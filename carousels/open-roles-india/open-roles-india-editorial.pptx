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01a20b8e-140d-dbf0-9d2e-acd7db12e850}">
          <p14:sldIdLst>
            <p14:sldId id="256"/>
          </p14:sldIdLst>
        </p14:section>
        <p14:section name="Chennai" id="{dc54bc6c-f8fa-be01-4274-8d60aaa06d05}">
          <p14:sldIdLst>
            <p14:sldId id="257"/>
          </p14:sldIdLst>
        </p14:section>
        <p14:section name="Workday" id="{93213a44-0492-5b16-3aed-c0a8ac2466f7}">
          <p14:sldIdLst>
            <p14:sldId id="258"/>
          </p14:sldIdLst>
        </p14:section>
        <p14:section name="More roles by city" id="{2a247b4d-bee9-0a72-eb01-a506b23938b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les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411480" y="411480"/>
            <a:ext cx="9052560" cy="11521440"/>
          </a:xfrm>
          <a:prstGeom prst="rect">
            <a:avLst/>
          </a:prstGeom>
          <a:ln w="9525">
            <a:solidFill>
              <a:schemeClr val="accent1"/>
            </a:solidFill>
            <a:prstDash val="solid"/>
          </a:ln>
        </p:spPr>
      </p:sp>
      <p:sp>
        <p:nvSpPr>
          <p:cNvPr id="3" name="Headline"/>
          <p:cNvSpPr txBox="1"/>
          <p:nvPr/>
        </p:nvSpPr>
        <p:spPr>
          <a:xfrm>
            <a:off x="822960" y="237744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Roles Across India.</a:t>
            </a:r>
            <a:endParaRPr lang="en-US" sz="11000" dirty="0"/>
          </a:p>
        </p:txBody>
      </p:sp>
      <p:sp>
        <p:nvSpPr>
          <p:cNvPr id="4" name="Divider"/>
          <p:cNvSpPr/>
          <p:nvPr/>
        </p:nvSpPr>
        <p:spPr>
          <a:xfrm>
            <a:off x="822960" y="7315200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Call to share"/>
          <p:cNvSpPr txBox="1"/>
          <p:nvPr/>
        </p:nvSpPr>
        <p:spPr>
          <a:xfrm>
            <a:off x="822960" y="7726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someone who may fit?</a:t>
            </a:r>
            <a:endParaRPr lang="en-US" sz="50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50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this post.</a:t>
            </a:r>
            <a:endParaRPr lang="en-US"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Chennai</a:t>
            </a:r>
            <a:endParaRPr lang="en-US" sz="7200" dirty="0"/>
          </a:p>
        </p:txBody>
      </p:sp>
      <p:sp>
        <p:nvSpPr>
          <p:cNvPr id="3" name="Title rule"/>
          <p:cNvSpPr/>
          <p:nvPr/>
        </p:nvSpPr>
        <p:spPr>
          <a:xfrm>
            <a:off x="731520" y="2148840"/>
            <a:ext cx="841248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" name="Column divider"/>
          <p:cNvSpPr/>
          <p:nvPr/>
        </p:nvSpPr>
        <p:spPr>
          <a:xfrm>
            <a:off x="4937760" y="2697480"/>
            <a:ext cx="0" cy="891540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5" name="Group: Finance &amp;amp; People"/>
          <p:cNvSpPr txBox="1"/>
          <p:nvPr/>
        </p:nvSpPr>
        <p:spPr>
          <a:xfrm>
            <a:off x="731520" y="2697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chemeClr val="accent1"/>
                </a:solidFill>
              </a:rPr>
              <a:t>FINANCE &amp; PEOPLE</a:t>
            </a:r>
            <a:endParaRPr lang="en-US" sz="2000" dirty="0"/>
          </a:p>
        </p:txBody>
      </p:sp>
      <p:sp>
        <p:nvSpPr>
          <p:cNvPr id="6" name="Role: Audit Assistant"/>
          <p:cNvSpPr txBox="1"/>
          <p:nvPr/>
        </p:nvSpPr>
        <p:spPr>
          <a:xfrm>
            <a:off x="731520" y="3474720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Assistant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years · 5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Firm</a:t>
            </a:r>
            <a:endParaRPr lang="en-US" sz="2900" dirty="0"/>
          </a:p>
        </p:txBody>
      </p:sp>
      <p:sp>
        <p:nvSpPr>
          <p:cNvPr id="7" name="Divider"/>
          <p:cNvSpPr/>
          <p:nvPr/>
        </p:nvSpPr>
        <p:spPr>
          <a:xfrm>
            <a:off x="731520" y="4994801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8" name="Role: Financial Analyst"/>
          <p:cNvSpPr txBox="1"/>
          <p:nvPr/>
        </p:nvSpPr>
        <p:spPr>
          <a:xfrm>
            <a:off x="731520" y="5263678"/>
            <a:ext cx="3931920" cy="169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Analyst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candidates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Shipping</a:t>
            </a:r>
            <a:endParaRPr lang="en-US" sz="2900" dirty="0"/>
          </a:p>
        </p:txBody>
      </p:sp>
      <p:sp>
        <p:nvSpPr>
          <p:cNvPr id="9" name="Divider"/>
          <p:cNvSpPr/>
          <p:nvPr/>
        </p:nvSpPr>
        <p:spPr>
          <a:xfrm>
            <a:off x="731520" y="7181015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0" name="Role: Senior Executive Accounts"/>
          <p:cNvSpPr txBox="1"/>
          <p:nvPr/>
        </p:nvSpPr>
        <p:spPr>
          <a:xfrm>
            <a:off x="731520" y="7449893"/>
            <a:ext cx="3931920" cy="215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Executive Accounts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Semi-qualified CA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Shipping</a:t>
            </a:r>
            <a:endParaRPr lang="en-US" sz="2900" dirty="0"/>
          </a:p>
        </p:txBody>
      </p:sp>
      <p:sp>
        <p:nvSpPr>
          <p:cNvPr id="11" name="Divider"/>
          <p:cNvSpPr/>
          <p:nvPr/>
        </p:nvSpPr>
        <p:spPr>
          <a:xfrm>
            <a:off x="731520" y="9823922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2" name="Role: HR Manager"/>
          <p:cNvSpPr txBox="1"/>
          <p:nvPr/>
        </p:nvSpPr>
        <p:spPr>
          <a:xfrm>
            <a:off x="731520" y="10092799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Manager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900" dirty="0"/>
          </a:p>
        </p:txBody>
      </p:sp>
      <p:sp>
        <p:nvSpPr>
          <p:cNvPr id="13" name="Group: Tech, Support &amp;amp; Sales"/>
          <p:cNvSpPr txBox="1"/>
          <p:nvPr/>
        </p:nvSpPr>
        <p:spPr>
          <a:xfrm>
            <a:off x="5212080" y="2697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chemeClr val="accent1"/>
                </a:solidFill>
              </a:rPr>
              <a:t>TECH, SUPPORT &amp; SALES</a:t>
            </a:r>
            <a:endParaRPr lang="en-US" sz="2000" dirty="0"/>
          </a:p>
        </p:txBody>
      </p:sp>
      <p:sp>
        <p:nvSpPr>
          <p:cNvPr id="14" name="Role: Data Engineer"/>
          <p:cNvSpPr txBox="1"/>
          <p:nvPr/>
        </p:nvSpPr>
        <p:spPr>
          <a:xfrm>
            <a:off x="5212080" y="3474720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Firm</a:t>
            </a:r>
            <a:endParaRPr lang="en-US" sz="2900" dirty="0"/>
          </a:p>
        </p:txBody>
      </p:sp>
      <p:sp>
        <p:nvSpPr>
          <p:cNvPr id="15" name="Divider"/>
          <p:cNvSpPr/>
          <p:nvPr/>
        </p:nvSpPr>
        <p:spPr>
          <a:xfrm>
            <a:off x="5212080" y="4840168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Role: Technical Support"/>
          <p:cNvSpPr txBox="1"/>
          <p:nvPr/>
        </p:nvSpPr>
        <p:spPr>
          <a:xfrm>
            <a:off x="5212080" y="4954411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Support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Firm</a:t>
            </a:r>
            <a:endParaRPr lang="en-US" sz="2900" dirty="0"/>
          </a:p>
        </p:txBody>
      </p:sp>
      <p:sp>
        <p:nvSpPr>
          <p:cNvPr id="17" name="Divider"/>
          <p:cNvSpPr/>
          <p:nvPr/>
        </p:nvSpPr>
        <p:spPr>
          <a:xfrm>
            <a:off x="5212080" y="6319859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8" name="Role: Full Stack Developer Lead"/>
          <p:cNvSpPr txBox="1"/>
          <p:nvPr/>
        </p:nvSpPr>
        <p:spPr>
          <a:xfrm>
            <a:off x="5212080" y="6434102"/>
            <a:ext cx="3931920" cy="17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 Developer Lead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years · 3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Product</a:t>
            </a:r>
            <a:endParaRPr lang="en-US" sz="2900" dirty="0"/>
          </a:p>
        </p:txBody>
      </p:sp>
      <p:sp>
        <p:nvSpPr>
          <p:cNvPr id="19" name="Divider"/>
          <p:cNvSpPr/>
          <p:nvPr/>
        </p:nvSpPr>
        <p:spPr>
          <a:xfrm>
            <a:off x="5212080" y="8256242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0" name="Role: Dot Net Developer"/>
          <p:cNvSpPr txBox="1"/>
          <p:nvPr/>
        </p:nvSpPr>
        <p:spPr>
          <a:xfrm>
            <a:off x="5212080" y="8370485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 Net Developer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Firm</a:t>
            </a:r>
            <a:endParaRPr lang="en-US" sz="2900" dirty="0"/>
          </a:p>
        </p:txBody>
      </p:sp>
      <p:sp>
        <p:nvSpPr>
          <p:cNvPr id="21" name="Divider"/>
          <p:cNvSpPr/>
          <p:nvPr/>
        </p:nvSpPr>
        <p:spPr>
          <a:xfrm>
            <a:off x="5212080" y="9735933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2" name="Role: Pre-Sales"/>
          <p:cNvSpPr txBox="1"/>
          <p:nvPr/>
        </p:nvSpPr>
        <p:spPr>
          <a:xfrm>
            <a:off x="5212080" y="9850176"/>
            <a:ext cx="3931920" cy="169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Pre-Sales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years · 4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mandatory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Workday openings</a:t>
            </a:r>
            <a:endParaRPr lang="en-US" sz="7200" dirty="0"/>
          </a:p>
        </p:txBody>
      </p:sp>
      <p:sp>
        <p:nvSpPr>
          <p:cNvPr id="3" name="Title rule"/>
          <p:cNvSpPr/>
          <p:nvPr/>
        </p:nvSpPr>
        <p:spPr>
          <a:xfrm>
            <a:off x="731520" y="2148840"/>
            <a:ext cx="841248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" name="Group: Locations"/>
          <p:cNvSpPr txBox="1"/>
          <p:nvPr/>
        </p:nvSpPr>
        <p:spPr>
          <a:xfrm>
            <a:off x="731520" y="2697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chemeClr val="accent1"/>
                </a:solidFill>
              </a:rPr>
              <a:t>LOCATIONS</a:t>
            </a:r>
            <a:endParaRPr lang="en-US" sz="2000" dirty="0"/>
          </a:p>
        </p:txBody>
      </p:sp>
      <p:sp>
        <p:nvSpPr>
          <p:cNvPr id="5" name="Location: Pune"/>
          <p:cNvSpPr txBox="1"/>
          <p:nvPr/>
        </p:nvSpPr>
        <p:spPr>
          <a:xfrm>
            <a:off x="731520" y="3429000"/>
            <a:ext cx="1080262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Pune</a:t>
            </a:r>
            <a:endParaRPr lang="en-US" sz="2300" dirty="0"/>
          </a:p>
        </p:txBody>
      </p:sp>
      <p:sp>
        <p:nvSpPr>
          <p:cNvPr id="6" name="Location: Mumbai"/>
          <p:cNvSpPr txBox="1"/>
          <p:nvPr/>
        </p:nvSpPr>
        <p:spPr>
          <a:xfrm>
            <a:off x="1994662" y="3429000"/>
            <a:ext cx="1346073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Mumbai</a:t>
            </a:r>
            <a:endParaRPr lang="en-US" sz="2300" dirty="0"/>
          </a:p>
        </p:txBody>
      </p:sp>
      <p:sp>
        <p:nvSpPr>
          <p:cNvPr id="7" name="Location: Chennai"/>
          <p:cNvSpPr txBox="1"/>
          <p:nvPr/>
        </p:nvSpPr>
        <p:spPr>
          <a:xfrm>
            <a:off x="3523615" y="3429000"/>
            <a:ext cx="1478979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Chennai</a:t>
            </a:r>
            <a:endParaRPr lang="en-US" sz="2300" dirty="0"/>
          </a:p>
        </p:txBody>
      </p:sp>
      <p:sp>
        <p:nvSpPr>
          <p:cNvPr id="8" name="Location: Hyderabad"/>
          <p:cNvSpPr txBox="1"/>
          <p:nvPr/>
        </p:nvSpPr>
        <p:spPr>
          <a:xfrm>
            <a:off x="5185473" y="3429000"/>
            <a:ext cx="1744789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Hyderabad</a:t>
            </a:r>
            <a:endParaRPr lang="en-US" sz="2300" dirty="0"/>
          </a:p>
        </p:txBody>
      </p:sp>
      <p:sp>
        <p:nvSpPr>
          <p:cNvPr id="9" name="Location: Bengaluru"/>
          <p:cNvSpPr txBox="1"/>
          <p:nvPr/>
        </p:nvSpPr>
        <p:spPr>
          <a:xfrm>
            <a:off x="7113143" y="3429000"/>
            <a:ext cx="1744789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Bengaluru</a:t>
            </a:r>
            <a:endParaRPr lang="en-US" sz="2300" dirty="0"/>
          </a:p>
        </p:txBody>
      </p:sp>
      <p:sp>
        <p:nvSpPr>
          <p:cNvPr id="10" name="Location: Kolkata"/>
          <p:cNvSpPr txBox="1"/>
          <p:nvPr/>
        </p:nvSpPr>
        <p:spPr>
          <a:xfrm>
            <a:off x="731520" y="4251960"/>
            <a:ext cx="1478979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Kolkata</a:t>
            </a:r>
            <a:endParaRPr lang="en-US" sz="2300" dirty="0"/>
          </a:p>
        </p:txBody>
      </p:sp>
      <p:sp>
        <p:nvSpPr>
          <p:cNvPr id="11" name="Location: Delhi"/>
          <p:cNvSpPr txBox="1"/>
          <p:nvPr/>
        </p:nvSpPr>
        <p:spPr>
          <a:xfrm>
            <a:off x="2393379" y="4251960"/>
            <a:ext cx="1213167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Delhi</a:t>
            </a:r>
            <a:endParaRPr lang="en-US" sz="2300" dirty="0"/>
          </a:p>
        </p:txBody>
      </p:sp>
      <p:sp>
        <p:nvSpPr>
          <p:cNvPr id="12" name="Location: Gurugram"/>
          <p:cNvSpPr txBox="1"/>
          <p:nvPr/>
        </p:nvSpPr>
        <p:spPr>
          <a:xfrm>
            <a:off x="3789426" y="4251960"/>
            <a:ext cx="1611884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Gurugram</a:t>
            </a:r>
            <a:endParaRPr lang="en-US" sz="2300" dirty="0"/>
          </a:p>
        </p:txBody>
      </p:sp>
      <p:sp>
        <p:nvSpPr>
          <p:cNvPr id="13" name="Group: Roles"/>
          <p:cNvSpPr txBox="1"/>
          <p:nvPr/>
        </p:nvSpPr>
        <p:spPr>
          <a:xfrm>
            <a:off x="731520" y="53949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chemeClr val="accent1"/>
                </a:solidFill>
              </a:rPr>
              <a:t>ROLES</a:t>
            </a:r>
            <a:endParaRPr lang="en-US" sz="2000" dirty="0"/>
          </a:p>
        </p:txBody>
      </p:sp>
      <p:sp>
        <p:nvSpPr>
          <p:cNvPr id="14" name="Number 01"/>
          <p:cNvSpPr txBox="1"/>
          <p:nvPr/>
        </p:nvSpPr>
        <p:spPr>
          <a:xfrm>
            <a:off x="731520" y="615391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300" dirty="0"/>
          </a:p>
        </p:txBody>
      </p:sp>
      <p:sp>
        <p:nvSpPr>
          <p:cNvPr id="15" name="Role: Workday Consultant"/>
          <p:cNvSpPr txBox="1"/>
          <p:nvPr/>
        </p:nvSpPr>
        <p:spPr>
          <a:xfrm>
            <a:off x="1691640" y="6172200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Workday Consultant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Payables, Integration &amp; Treasury Support Consultant</a:t>
            </a:r>
            <a:endParaRPr lang="en-US" sz="3100" dirty="0"/>
          </a:p>
        </p:txBody>
      </p:sp>
      <p:sp>
        <p:nvSpPr>
          <p:cNvPr id="16" name="Divider"/>
          <p:cNvSpPr/>
          <p:nvPr/>
        </p:nvSpPr>
        <p:spPr>
          <a:xfrm>
            <a:off x="731520" y="7307517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7" name="Number 02"/>
          <p:cNvSpPr txBox="1"/>
          <p:nvPr/>
        </p:nvSpPr>
        <p:spPr>
          <a:xfrm>
            <a:off x="731520" y="7497953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300" dirty="0"/>
          </a:p>
        </p:txBody>
      </p:sp>
      <p:sp>
        <p:nvSpPr>
          <p:cNvPr id="18" name="Role: Workday Finance"/>
          <p:cNvSpPr txBox="1"/>
          <p:nvPr/>
        </p:nvSpPr>
        <p:spPr>
          <a:xfrm>
            <a:off x="1691640" y="7516241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Workday Finance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GL/FDM/PC, Integration</a:t>
            </a:r>
            <a:endParaRPr lang="en-US" sz="3100" dirty="0"/>
          </a:p>
        </p:txBody>
      </p:sp>
      <p:sp>
        <p:nvSpPr>
          <p:cNvPr id="19" name="Divider"/>
          <p:cNvSpPr/>
          <p:nvPr/>
        </p:nvSpPr>
        <p:spPr>
          <a:xfrm>
            <a:off x="731520" y="8651558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0" name="Number 03"/>
          <p:cNvSpPr txBox="1"/>
          <p:nvPr/>
        </p:nvSpPr>
        <p:spPr>
          <a:xfrm>
            <a:off x="731520" y="884199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300" dirty="0"/>
          </a:p>
        </p:txBody>
      </p:sp>
      <p:sp>
        <p:nvSpPr>
          <p:cNvPr id="21" name="Role: Workday Integration (Technical)"/>
          <p:cNvSpPr txBox="1"/>
          <p:nvPr/>
        </p:nvSpPr>
        <p:spPr>
          <a:xfrm>
            <a:off x="1691640" y="8860282"/>
            <a:ext cx="7452360" cy="533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Workday Integration (Technical)</a:t>
            </a:r>
            <a:endParaRPr lang="en-US" sz="3100" dirty="0"/>
          </a:p>
        </p:txBody>
      </p:sp>
      <p:sp>
        <p:nvSpPr>
          <p:cNvPr id="22" name="Divider"/>
          <p:cNvSpPr/>
          <p:nvPr/>
        </p:nvSpPr>
        <p:spPr>
          <a:xfrm>
            <a:off x="731520" y="955719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3" name="Number 04"/>
          <p:cNvSpPr txBox="1"/>
          <p:nvPr/>
        </p:nvSpPr>
        <p:spPr>
          <a:xfrm>
            <a:off x="731520" y="9747631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300" dirty="0"/>
          </a:p>
        </p:txBody>
      </p:sp>
      <p:sp>
        <p:nvSpPr>
          <p:cNvPr id="24" name="Role: Workday Reporting"/>
          <p:cNvSpPr txBox="1"/>
          <p:nvPr/>
        </p:nvSpPr>
        <p:spPr>
          <a:xfrm>
            <a:off x="1691640" y="9765919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Workday Reporting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</a:t>
            </a:r>
            <a:endParaRPr lang="en-US" sz="3100" dirty="0"/>
          </a:p>
        </p:txBody>
      </p:sp>
      <p:sp>
        <p:nvSpPr>
          <p:cNvPr id="25" name="Divider"/>
          <p:cNvSpPr/>
          <p:nvPr/>
        </p:nvSpPr>
        <p:spPr>
          <a:xfrm>
            <a:off x="731520" y="10901236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6" name="Industry"/>
          <p:cNvSpPr txBox="1"/>
          <p:nvPr/>
        </p:nvSpPr>
        <p:spPr>
          <a:xfrm>
            <a:off x="731520" y="11109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tx2"/>
                </a:solidFill>
              </a:rPr>
              <a:t>Industry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IT Services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roles by city</a:t>
            </a:r>
            <a:endParaRPr lang="en-US" sz="7200" dirty="0"/>
          </a:p>
        </p:txBody>
      </p:sp>
      <p:sp>
        <p:nvSpPr>
          <p:cNvPr id="3" name="Title rule"/>
          <p:cNvSpPr/>
          <p:nvPr/>
        </p:nvSpPr>
        <p:spPr>
          <a:xfrm>
            <a:off x="731520" y="2148840"/>
            <a:ext cx="841248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" name="City: Bengaluru"/>
          <p:cNvSpPr txBox="1"/>
          <p:nvPr/>
        </p:nvSpPr>
        <p:spPr>
          <a:xfrm>
            <a:off x="731520" y="2770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</a:t>
            </a:r>
            <a:endParaRPr lang="en-US" sz="3000" dirty="0"/>
          </a:p>
        </p:txBody>
      </p:sp>
      <p:sp>
        <p:nvSpPr>
          <p:cNvPr id="5" name="Role: Sales"/>
          <p:cNvSpPr txBox="1"/>
          <p:nvPr/>
        </p:nvSpPr>
        <p:spPr>
          <a:xfrm>
            <a:off x="2971800" y="2788920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years · 6 openings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SaaS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mandatory; regional language is a bonus</a:t>
            </a:r>
            <a:endParaRPr lang="en-US" sz="2800" dirty="0"/>
          </a:p>
        </p:txBody>
      </p:sp>
      <p:sp>
        <p:nvSpPr>
          <p:cNvPr id="6" name="Divider"/>
          <p:cNvSpPr/>
          <p:nvPr/>
        </p:nvSpPr>
        <p:spPr>
          <a:xfrm>
            <a:off x="731520" y="4369364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7" name="City: Pune"/>
          <p:cNvSpPr txBox="1"/>
          <p:nvPr/>
        </p:nvSpPr>
        <p:spPr>
          <a:xfrm>
            <a:off x="731520" y="4696065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Pune</a:t>
            </a:r>
            <a:endParaRPr lang="en-US" sz="3000" dirty="0"/>
          </a:p>
        </p:txBody>
      </p:sp>
      <p:sp>
        <p:nvSpPr>
          <p:cNvPr id="8" name="Role: Technical Service &amp; Sales Engineer"/>
          <p:cNvSpPr txBox="1"/>
          <p:nvPr/>
        </p:nvSpPr>
        <p:spPr>
          <a:xfrm>
            <a:off x="2971800" y="4714353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Service &amp; Sales Engineer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</a:t>
            </a:r>
            <a:endParaRPr lang="en-US" sz="2800" dirty="0"/>
          </a:p>
        </p:txBody>
      </p:sp>
      <p:sp>
        <p:nvSpPr>
          <p:cNvPr id="9" name="Divider"/>
          <p:cNvSpPr/>
          <p:nvPr/>
        </p:nvSpPr>
        <p:spPr>
          <a:xfrm>
            <a:off x="731520" y="589754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0" name="City: Mumbai"/>
          <p:cNvSpPr txBox="1"/>
          <p:nvPr/>
        </p:nvSpPr>
        <p:spPr>
          <a:xfrm>
            <a:off x="731520" y="622424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</a:t>
            </a:r>
            <a:endParaRPr lang="en-US" sz="3000" dirty="0"/>
          </a:p>
        </p:txBody>
      </p:sp>
      <p:sp>
        <p:nvSpPr>
          <p:cNvPr id="11" name="Role: Head of Valve Controls &amp; Actuators"/>
          <p:cNvSpPr txBox="1"/>
          <p:nvPr/>
        </p:nvSpPr>
        <p:spPr>
          <a:xfrm>
            <a:off x="2971800" y="6242530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Valve Controls &amp; Actuators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years · 1 opening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2800" dirty="0"/>
          </a:p>
        </p:txBody>
      </p:sp>
      <p:sp>
        <p:nvSpPr>
          <p:cNvPr id="12" name="Divider"/>
          <p:cNvSpPr/>
          <p:nvPr/>
        </p:nvSpPr>
        <p:spPr>
          <a:xfrm>
            <a:off x="731520" y="7425718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3" name="City: Gurugram"/>
          <p:cNvSpPr txBox="1"/>
          <p:nvPr/>
        </p:nvSpPr>
        <p:spPr>
          <a:xfrm>
            <a:off x="731520" y="7752419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Gurugram</a:t>
            </a:r>
            <a:endParaRPr lang="en-US" sz="3000" dirty="0"/>
          </a:p>
        </p:txBody>
      </p:sp>
      <p:sp>
        <p:nvSpPr>
          <p:cNvPr id="14" name="Role: Business Development Executive"/>
          <p:cNvSpPr txBox="1"/>
          <p:nvPr/>
        </p:nvSpPr>
        <p:spPr>
          <a:xfrm>
            <a:off x="2971800" y="7770707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Development Executive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years · 1 opening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Stealth Startup</a:t>
            </a:r>
            <a:endParaRPr lang="en-US" sz="2800" dirty="0"/>
          </a:p>
        </p:txBody>
      </p:sp>
      <p:sp>
        <p:nvSpPr>
          <p:cNvPr id="15" name="Role: Marketing &amp; Brand Executive"/>
          <p:cNvSpPr txBox="1"/>
          <p:nvPr/>
        </p:nvSpPr>
        <p:spPr>
          <a:xfrm>
            <a:off x="2971800" y="8901515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&amp; Brand Executive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years · 2 openings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Stealth Startup</a:t>
            </a:r>
            <a:endParaRPr lang="en-US" sz="2800" dirty="0"/>
          </a:p>
        </p:txBody>
      </p:sp>
      <p:sp>
        <p:nvSpPr>
          <p:cNvPr id="16" name="Divider"/>
          <p:cNvSpPr/>
          <p:nvPr/>
        </p:nvSpPr>
        <p:spPr>
          <a:xfrm>
            <a:off x="731520" y="10084703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7" name="City: Noida"/>
          <p:cNvSpPr txBox="1"/>
          <p:nvPr/>
        </p:nvSpPr>
        <p:spPr>
          <a:xfrm>
            <a:off x="731520" y="1041140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Noida</a:t>
            </a:r>
            <a:endParaRPr lang="en-US" sz="3000" dirty="0"/>
          </a:p>
        </p:txBody>
      </p:sp>
      <p:sp>
        <p:nvSpPr>
          <p:cNvPr id="18" name="Role: GTM Engineer"/>
          <p:cNvSpPr txBox="1"/>
          <p:nvPr/>
        </p:nvSpPr>
        <p:spPr>
          <a:xfrm>
            <a:off x="2971800" y="10429692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GTM Engineer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years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Services/Consulting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rgbClr val="1F1A15"/>
      </a:dk1>
      <a:lt1>
        <a:srgbClr val="F5EFE3"/>
      </a:lt1>
      <a:dk2>
        <a:srgbClr val="5B5147"/>
      </a:dk2>
      <a:lt2>
        <a:srgbClr val="CDBFA8"/>
      </a:lt2>
      <a:accent1>
        <a:srgbClr val="9E4A2A"/>
      </a:accent1>
      <a:accent2>
        <a:srgbClr val="EADFCB"/>
      </a:accent2>
      <a:accent3>
        <a:srgbClr val="7A6A58"/>
      </a:accent3>
      <a:accent4>
        <a:srgbClr val="B9805F"/>
      </a:accent4>
      <a:accent5>
        <a:srgbClr val="3E352C"/>
      </a:accent5>
      <a:accent6>
        <a:srgbClr val="D8C9B0"/>
      </a:accent6>
      <a:hlink>
        <a:srgbClr val="9E4A2A"/>
      </a:hlink>
      <a:folHlink>
        <a:srgbClr val="7A6A58"/>
      </a:folHlink>
    </a:clrScheme>
    <a:fontScheme name="Editori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Across India</dc:title>
  <dc:subject>PptxGenJS Presentation</dc:subject>
  <dc:creator>PptxGenJS</dc:creator>
  <cp:lastModifiedBy>PptxGenJS</cp:lastModifiedBy>
  <cp:revision>1</cp:revision>
  <dcterms:created xsi:type="dcterms:W3CDTF">2026-10-17T08:25:46Z</dcterms:created>
  <dcterms:modified xsi:type="dcterms:W3CDTF">2026-10-17T08:25:46Z</dcterms:modified>
</cp:coreProperties>
</file>