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caded10-3272-2e32-69d3-254ceaa05887}">
          <p14:sldIdLst>
            <p14:sldId id="256"/>
          </p14:sldIdLst>
        </p14:section>
        <p14:section name="Chennai" id="{06232f4f-c194-ee33-7e4a-897f7b2fae17}">
          <p14:sldIdLst>
            <p14:sldId id="257"/>
          </p14:sldIdLst>
        </p14:section>
        <p14:section name="Workday" id="{f5f9020e-9102-6a8f-06e6-ff871eea8cbe}">
          <p14:sldIdLst>
            <p14:sldId id="258"/>
          </p14:sldIdLst>
        </p14:section>
        <p14:section name="More roles by city" id="{a23c60a3-72b2-b0af-44d6-7c1d0c4c7aa9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les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l orb" descr="Decorative pastel gradient or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31520"/>
            <a:ext cx="4389120" cy="438912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731520" y="4206240"/>
            <a:ext cx="8412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0000"/>
              </a:lnSpc>
              <a:buNone/>
            </a:pPr>
            <a:r>
              <a:rPr lang="en-US" sz="10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Roles Across India.</a:t>
            </a:r>
            <a:endParaRPr lang="en-US" sz="10400" dirty="0"/>
          </a:p>
        </p:txBody>
      </p:sp>
      <p:sp>
        <p:nvSpPr>
          <p:cNvPr id="4" name="Question"/>
          <p:cNvSpPr txBox="1"/>
          <p:nvPr/>
        </p:nvSpPr>
        <p:spPr>
          <a:xfrm>
            <a:off x="731520" y="90982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chemeClr val="tx2"/>
                </a:solidFill>
              </a:rPr>
              <a:t>Know someone who may fit?</a:t>
            </a:r>
            <a:endParaRPr lang="en-US" sz="4200" dirty="0"/>
          </a:p>
        </p:txBody>
      </p:sp>
      <p:sp>
        <p:nvSpPr>
          <p:cNvPr id="5" name="Share button"/>
          <p:cNvSpPr txBox="1"/>
          <p:nvPr/>
        </p:nvSpPr>
        <p:spPr>
          <a:xfrm>
            <a:off x="731520" y="10058400"/>
            <a:ext cx="4572000" cy="10058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bg1"/>
                </a:solidFill>
              </a:rPr>
              <a:t>Share this post.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</a:t>
            </a:r>
            <a:endParaRPr lang="en-US" sz="7200" dirty="0"/>
          </a:p>
        </p:txBody>
      </p:sp>
      <p:sp>
        <p:nvSpPr>
          <p:cNvPr id="3" name="Group: Finance &amp;amp; People"/>
          <p:cNvSpPr txBox="1"/>
          <p:nvPr/>
        </p:nvSpPr>
        <p:spPr>
          <a:xfrm>
            <a:off x="731520" y="2697480"/>
            <a:ext cx="273304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Finance &amp; People</a:t>
            </a:r>
            <a:endParaRPr lang="en-US" sz="2000" dirty="0"/>
          </a:p>
        </p:txBody>
      </p:sp>
      <p:sp>
        <p:nvSpPr>
          <p:cNvPr id="4" name="Role: Audit Assistant"/>
          <p:cNvSpPr txBox="1"/>
          <p:nvPr/>
        </p:nvSpPr>
        <p:spPr>
          <a:xfrm>
            <a:off x="73152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Assistant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5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5" name="Divider"/>
          <p:cNvSpPr/>
          <p:nvPr/>
        </p:nvSpPr>
        <p:spPr>
          <a:xfrm>
            <a:off x="731520" y="4994801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6" name="Role: Financial Analyst"/>
          <p:cNvSpPr txBox="1"/>
          <p:nvPr/>
        </p:nvSpPr>
        <p:spPr>
          <a:xfrm>
            <a:off x="731520" y="5263678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candidates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7" name="Divider"/>
          <p:cNvSpPr/>
          <p:nvPr/>
        </p:nvSpPr>
        <p:spPr>
          <a:xfrm>
            <a:off x="731520" y="7181015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8" name="Role: Senior Executive Accounts"/>
          <p:cNvSpPr txBox="1"/>
          <p:nvPr/>
        </p:nvSpPr>
        <p:spPr>
          <a:xfrm>
            <a:off x="731520" y="7449893"/>
            <a:ext cx="3931920" cy="215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Executive Accounts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Semi-qualified CA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Shipping</a:t>
            </a:r>
            <a:endParaRPr lang="en-US" sz="2900" dirty="0"/>
          </a:p>
        </p:txBody>
      </p:sp>
      <p:sp>
        <p:nvSpPr>
          <p:cNvPr id="9" name="Divider"/>
          <p:cNvSpPr/>
          <p:nvPr/>
        </p:nvSpPr>
        <p:spPr>
          <a:xfrm>
            <a:off x="731520" y="982392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0" name="Role: HR Manager"/>
          <p:cNvSpPr txBox="1"/>
          <p:nvPr/>
        </p:nvSpPr>
        <p:spPr>
          <a:xfrm>
            <a:off x="731520" y="10092799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Manager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years · 1 opening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2900" dirty="0"/>
          </a:p>
        </p:txBody>
      </p:sp>
      <p:sp>
        <p:nvSpPr>
          <p:cNvPr id="11" name="Group: Tech, Support &amp;amp; Sales"/>
          <p:cNvSpPr txBox="1"/>
          <p:nvPr/>
        </p:nvSpPr>
        <p:spPr>
          <a:xfrm>
            <a:off x="5212080" y="2697480"/>
            <a:ext cx="344424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Tech, Support &amp; Sales</a:t>
            </a:r>
            <a:endParaRPr lang="en-US" sz="2000" dirty="0"/>
          </a:p>
        </p:txBody>
      </p:sp>
      <p:sp>
        <p:nvSpPr>
          <p:cNvPr id="12" name="Role: Data Engineer"/>
          <p:cNvSpPr txBox="1"/>
          <p:nvPr/>
        </p:nvSpPr>
        <p:spPr>
          <a:xfrm>
            <a:off x="5212080" y="3474720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3" name="Divider"/>
          <p:cNvSpPr/>
          <p:nvPr/>
        </p:nvSpPr>
        <p:spPr>
          <a:xfrm>
            <a:off x="5212080" y="4840168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4" name="Role: Technical Support"/>
          <p:cNvSpPr txBox="1"/>
          <p:nvPr/>
        </p:nvSpPr>
        <p:spPr>
          <a:xfrm>
            <a:off x="5212080" y="4954411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Firm</a:t>
            </a:r>
            <a:endParaRPr lang="en-US" sz="2900" dirty="0"/>
          </a:p>
        </p:txBody>
      </p:sp>
      <p:sp>
        <p:nvSpPr>
          <p:cNvPr id="15" name="Divider"/>
          <p:cNvSpPr/>
          <p:nvPr/>
        </p:nvSpPr>
        <p:spPr>
          <a:xfrm>
            <a:off x="5212080" y="6319859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Role: Full Stack Developer Lead"/>
          <p:cNvSpPr txBox="1"/>
          <p:nvPr/>
        </p:nvSpPr>
        <p:spPr>
          <a:xfrm>
            <a:off x="5212080" y="6434102"/>
            <a:ext cx="3931920" cy="17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 Lead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years · 3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Product</a:t>
            </a:r>
            <a:endParaRPr lang="en-US" sz="2900" dirty="0"/>
          </a:p>
        </p:txBody>
      </p:sp>
      <p:sp>
        <p:nvSpPr>
          <p:cNvPr id="17" name="Divider"/>
          <p:cNvSpPr/>
          <p:nvPr/>
        </p:nvSpPr>
        <p:spPr>
          <a:xfrm>
            <a:off x="5212080" y="8256242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8" name="Role: Dot Net Developer"/>
          <p:cNvSpPr txBox="1"/>
          <p:nvPr/>
        </p:nvSpPr>
        <p:spPr>
          <a:xfrm>
            <a:off x="5212080" y="8370485"/>
            <a:ext cx="3931920" cy="129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Net Developer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</a:t>
            </a:r>
            <a:endParaRPr lang="en-US" sz="2900" dirty="0"/>
          </a:p>
        </p:txBody>
      </p:sp>
      <p:sp>
        <p:nvSpPr>
          <p:cNvPr id="19" name="Divider"/>
          <p:cNvSpPr/>
          <p:nvPr/>
        </p:nvSpPr>
        <p:spPr>
          <a:xfrm>
            <a:off x="5212080" y="9735933"/>
            <a:ext cx="39319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0" name="Role: Pre-Sales"/>
          <p:cNvSpPr txBox="1"/>
          <p:nvPr/>
        </p:nvSpPr>
        <p:spPr>
          <a:xfrm>
            <a:off x="5212080" y="9850176"/>
            <a:ext cx="3931920" cy="169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Pre-Sales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years · 4 openings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</a:t>
            </a:r>
            <a:endParaRPr lang="en-US" sz="2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openings</a:t>
            </a:r>
            <a:endParaRPr lang="en-US" sz="7200" dirty="0"/>
          </a:p>
        </p:txBody>
      </p:sp>
      <p:sp>
        <p:nvSpPr>
          <p:cNvPr id="3" name="Group: Locations"/>
          <p:cNvSpPr txBox="1"/>
          <p:nvPr/>
        </p:nvSpPr>
        <p:spPr>
          <a:xfrm>
            <a:off x="731520" y="26974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Locations</a:t>
            </a:r>
            <a:endParaRPr lang="en-US" sz="2000" dirty="0"/>
          </a:p>
        </p:txBody>
      </p:sp>
      <p:sp>
        <p:nvSpPr>
          <p:cNvPr id="4" name="Location: Pune"/>
          <p:cNvSpPr txBox="1"/>
          <p:nvPr/>
        </p:nvSpPr>
        <p:spPr>
          <a:xfrm>
            <a:off x="731520" y="3429000"/>
            <a:ext cx="1144524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Pune</a:t>
            </a:r>
            <a:endParaRPr lang="en-US" sz="2300" dirty="0"/>
          </a:p>
        </p:txBody>
      </p:sp>
      <p:sp>
        <p:nvSpPr>
          <p:cNvPr id="5" name="Location: Mumbai"/>
          <p:cNvSpPr txBox="1"/>
          <p:nvPr/>
        </p:nvSpPr>
        <p:spPr>
          <a:xfrm>
            <a:off x="2058924" y="3429000"/>
            <a:ext cx="1442466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Mumbai</a:t>
            </a:r>
            <a:endParaRPr lang="en-US" sz="2300" dirty="0"/>
          </a:p>
        </p:txBody>
      </p:sp>
      <p:sp>
        <p:nvSpPr>
          <p:cNvPr id="6" name="Location: Chennai"/>
          <p:cNvSpPr txBox="1"/>
          <p:nvPr/>
        </p:nvSpPr>
        <p:spPr>
          <a:xfrm>
            <a:off x="3684270" y="342900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Chennai</a:t>
            </a:r>
            <a:endParaRPr lang="en-US" sz="2300" dirty="0"/>
          </a:p>
        </p:txBody>
      </p:sp>
      <p:sp>
        <p:nvSpPr>
          <p:cNvPr id="7" name="Location: Hyderabad"/>
          <p:cNvSpPr txBox="1"/>
          <p:nvPr/>
        </p:nvSpPr>
        <p:spPr>
          <a:xfrm>
            <a:off x="5458587" y="342900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Hyderabad</a:t>
            </a:r>
            <a:endParaRPr lang="en-US" sz="2300" dirty="0"/>
          </a:p>
        </p:txBody>
      </p:sp>
      <p:sp>
        <p:nvSpPr>
          <p:cNvPr id="8" name="Location: Bengaluru"/>
          <p:cNvSpPr txBox="1"/>
          <p:nvPr/>
        </p:nvSpPr>
        <p:spPr>
          <a:xfrm>
            <a:off x="731520" y="4251960"/>
            <a:ext cx="1889379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Bengaluru</a:t>
            </a:r>
            <a:endParaRPr lang="en-US" sz="2300" dirty="0"/>
          </a:p>
        </p:txBody>
      </p:sp>
      <p:sp>
        <p:nvSpPr>
          <p:cNvPr id="9" name="Location: Kolkata"/>
          <p:cNvSpPr txBox="1"/>
          <p:nvPr/>
        </p:nvSpPr>
        <p:spPr>
          <a:xfrm>
            <a:off x="2803779" y="4251960"/>
            <a:ext cx="1591437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Kolkata</a:t>
            </a:r>
            <a:endParaRPr lang="en-US" sz="2300" dirty="0"/>
          </a:p>
        </p:txBody>
      </p:sp>
      <p:sp>
        <p:nvSpPr>
          <p:cNvPr id="10" name="Location: Delhi"/>
          <p:cNvSpPr txBox="1"/>
          <p:nvPr/>
        </p:nvSpPr>
        <p:spPr>
          <a:xfrm>
            <a:off x="4578096" y="4251960"/>
            <a:ext cx="1293495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Delhi</a:t>
            </a:r>
            <a:endParaRPr lang="en-US" sz="2300" dirty="0"/>
          </a:p>
        </p:txBody>
      </p:sp>
      <p:sp>
        <p:nvSpPr>
          <p:cNvPr id="11" name="Location: Gurugram"/>
          <p:cNvSpPr txBox="1"/>
          <p:nvPr/>
        </p:nvSpPr>
        <p:spPr>
          <a:xfrm>
            <a:off x="6054471" y="4251960"/>
            <a:ext cx="1740408" cy="640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tx1"/>
                </a:solidFill>
              </a:rPr>
              <a:t>Gurugram</a:t>
            </a:r>
            <a:endParaRPr lang="en-US" sz="2300" dirty="0"/>
          </a:p>
        </p:txBody>
      </p:sp>
      <p:sp>
        <p:nvSpPr>
          <p:cNvPr id="12" name="Group: Roles"/>
          <p:cNvSpPr txBox="1"/>
          <p:nvPr/>
        </p:nvSpPr>
        <p:spPr>
          <a:xfrm>
            <a:off x="731520" y="5394960"/>
            <a:ext cx="116840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Roles</a:t>
            </a:r>
            <a:endParaRPr lang="en-US" sz="2000" dirty="0"/>
          </a:p>
        </p:txBody>
      </p:sp>
      <p:sp>
        <p:nvSpPr>
          <p:cNvPr id="13" name="Number 01"/>
          <p:cNvSpPr txBox="1"/>
          <p:nvPr/>
        </p:nvSpPr>
        <p:spPr>
          <a:xfrm>
            <a:off x="731520" y="615391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14" name="Role: Workday Consultant"/>
          <p:cNvSpPr txBox="1"/>
          <p:nvPr/>
        </p:nvSpPr>
        <p:spPr>
          <a:xfrm>
            <a:off x="1691640" y="6172200"/>
            <a:ext cx="7452360" cy="133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Consultant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Payables, Integration &amp; Treasury Support Consultant</a:t>
            </a:r>
            <a:endParaRPr lang="en-US" sz="3100" dirty="0"/>
          </a:p>
        </p:txBody>
      </p:sp>
      <p:sp>
        <p:nvSpPr>
          <p:cNvPr id="15" name="Divider"/>
          <p:cNvSpPr/>
          <p:nvPr/>
        </p:nvSpPr>
        <p:spPr>
          <a:xfrm>
            <a:off x="731520" y="762444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Number 02"/>
          <p:cNvSpPr txBox="1"/>
          <p:nvPr/>
        </p:nvSpPr>
        <p:spPr>
          <a:xfrm>
            <a:off x="731520" y="776960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7" name="Role: Workday Finance"/>
          <p:cNvSpPr txBox="1"/>
          <p:nvPr/>
        </p:nvSpPr>
        <p:spPr>
          <a:xfrm>
            <a:off x="1691640" y="7787894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Finance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GL/FDM/PC, Integration</a:t>
            </a:r>
            <a:endParaRPr lang="en-US" sz="3100" dirty="0"/>
          </a:p>
        </p:txBody>
      </p:sp>
      <p:sp>
        <p:nvSpPr>
          <p:cNvPr id="18" name="Divider"/>
          <p:cNvSpPr/>
          <p:nvPr/>
        </p:nvSpPr>
        <p:spPr>
          <a:xfrm>
            <a:off x="731520" y="887793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9" name="Number 03"/>
          <p:cNvSpPr txBox="1"/>
          <p:nvPr/>
        </p:nvSpPr>
        <p:spPr>
          <a:xfrm>
            <a:off x="731520" y="9023096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20" name="Role: Workday Integration (Technical)"/>
          <p:cNvSpPr txBox="1"/>
          <p:nvPr/>
        </p:nvSpPr>
        <p:spPr>
          <a:xfrm>
            <a:off x="1691640" y="9041384"/>
            <a:ext cx="7452360" cy="53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Integration (Technical)</a:t>
            </a:r>
            <a:endParaRPr lang="en-US" sz="3100" dirty="0"/>
          </a:p>
        </p:txBody>
      </p:sp>
      <p:sp>
        <p:nvSpPr>
          <p:cNvPr id="21" name="Divider"/>
          <p:cNvSpPr/>
          <p:nvPr/>
        </p:nvSpPr>
        <p:spPr>
          <a:xfrm>
            <a:off x="731520" y="969302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2" name="Number 04"/>
          <p:cNvSpPr txBox="1"/>
          <p:nvPr/>
        </p:nvSpPr>
        <p:spPr>
          <a:xfrm>
            <a:off x="731520" y="9838182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3" name="Role: Workday Reporting"/>
          <p:cNvSpPr txBox="1"/>
          <p:nvPr/>
        </p:nvSpPr>
        <p:spPr>
          <a:xfrm>
            <a:off x="1691640" y="9856470"/>
            <a:ext cx="745236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 Reporting</a:t>
            </a:r>
            <a:endParaRPr lang="en-US" sz="3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3100" dirty="0"/>
          </a:p>
        </p:txBody>
      </p:sp>
      <p:sp>
        <p:nvSpPr>
          <p:cNvPr id="24" name="Divider"/>
          <p:cNvSpPr/>
          <p:nvPr/>
        </p:nvSpPr>
        <p:spPr>
          <a:xfrm>
            <a:off x="731520" y="1094651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Industry"/>
          <p:cNvSpPr txBox="1"/>
          <p:nvPr/>
        </p:nvSpPr>
        <p:spPr>
          <a:xfrm>
            <a:off x="731520" y="11109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tx2"/>
                </a:solidFill>
              </a:rPr>
              <a:t>Industry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IT Services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roles by city</a:t>
            </a:r>
            <a:endParaRPr lang="en-US" sz="7200" dirty="0"/>
          </a:p>
        </p:txBody>
      </p:sp>
      <p:sp>
        <p:nvSpPr>
          <p:cNvPr id="3" name="City: Bengaluru"/>
          <p:cNvSpPr txBox="1"/>
          <p:nvPr/>
        </p:nvSpPr>
        <p:spPr>
          <a:xfrm>
            <a:off x="731520" y="2770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2600" dirty="0"/>
          </a:p>
        </p:txBody>
      </p:sp>
      <p:sp>
        <p:nvSpPr>
          <p:cNvPr id="4" name="Role: Sales"/>
          <p:cNvSpPr txBox="1"/>
          <p:nvPr/>
        </p:nvSpPr>
        <p:spPr>
          <a:xfrm>
            <a:off x="2971800" y="2788920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years · 6 openings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SaaS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mandatory; regional language is a bonus</a:t>
            </a:r>
            <a:endParaRPr lang="en-US" sz="2800" dirty="0"/>
          </a:p>
        </p:txBody>
      </p:sp>
      <p:sp>
        <p:nvSpPr>
          <p:cNvPr id="5" name="Divider"/>
          <p:cNvSpPr/>
          <p:nvPr/>
        </p:nvSpPr>
        <p:spPr>
          <a:xfrm>
            <a:off x="731520" y="4281085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6" name="City: Pune"/>
          <p:cNvSpPr txBox="1"/>
          <p:nvPr/>
        </p:nvSpPr>
        <p:spPr>
          <a:xfrm>
            <a:off x="731520" y="4519507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2600" dirty="0"/>
          </a:p>
        </p:txBody>
      </p:sp>
      <p:sp>
        <p:nvSpPr>
          <p:cNvPr id="7" name="Role: Technical Service &amp; Sales Engineer"/>
          <p:cNvSpPr txBox="1"/>
          <p:nvPr/>
        </p:nvSpPr>
        <p:spPr>
          <a:xfrm>
            <a:off x="2971800" y="4537795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Service &amp; Sales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</a:t>
            </a:r>
            <a:endParaRPr lang="en-US" sz="2800" dirty="0"/>
          </a:p>
        </p:txBody>
      </p:sp>
      <p:sp>
        <p:nvSpPr>
          <p:cNvPr id="8" name="Divider"/>
          <p:cNvSpPr/>
          <p:nvPr/>
        </p:nvSpPr>
        <p:spPr>
          <a:xfrm>
            <a:off x="731520" y="5632704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9" name="City: Mumbai"/>
          <p:cNvSpPr txBox="1"/>
          <p:nvPr/>
        </p:nvSpPr>
        <p:spPr>
          <a:xfrm>
            <a:off x="731520" y="5871125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endParaRPr lang="en-US" sz="2600" dirty="0"/>
          </a:p>
        </p:txBody>
      </p:sp>
      <p:sp>
        <p:nvSpPr>
          <p:cNvPr id="10" name="Role: Head of Valve Controls &amp; Actuators"/>
          <p:cNvSpPr txBox="1"/>
          <p:nvPr/>
        </p:nvSpPr>
        <p:spPr>
          <a:xfrm>
            <a:off x="2971800" y="5889413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Valve Controls &amp; Actuators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years · 1 opening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2800" dirty="0"/>
          </a:p>
        </p:txBody>
      </p:sp>
      <p:sp>
        <p:nvSpPr>
          <p:cNvPr id="11" name="Divider"/>
          <p:cNvSpPr/>
          <p:nvPr/>
        </p:nvSpPr>
        <p:spPr>
          <a:xfrm>
            <a:off x="731520" y="6984323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2" name="City: Gurugram"/>
          <p:cNvSpPr txBox="1"/>
          <p:nvPr/>
        </p:nvSpPr>
        <p:spPr>
          <a:xfrm>
            <a:off x="731520" y="72227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Gurugram</a:t>
            </a:r>
            <a:endParaRPr lang="en-US" sz="2600" dirty="0"/>
          </a:p>
        </p:txBody>
      </p:sp>
      <p:sp>
        <p:nvSpPr>
          <p:cNvPr id="13" name="Role: Business Development Executive"/>
          <p:cNvSpPr txBox="1"/>
          <p:nvPr/>
        </p:nvSpPr>
        <p:spPr>
          <a:xfrm>
            <a:off x="2971800" y="7241032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years · 1 opening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4" name="Role: Marketing &amp; Brand Executive"/>
          <p:cNvSpPr txBox="1"/>
          <p:nvPr/>
        </p:nvSpPr>
        <p:spPr>
          <a:xfrm>
            <a:off x="2971800" y="8769096"/>
            <a:ext cx="6172200" cy="128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Brand Executive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years · 2 openings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Agritech Stealth Startup</a:t>
            </a:r>
            <a:endParaRPr lang="en-US" sz="2800" dirty="0"/>
          </a:p>
        </p:txBody>
      </p:sp>
      <p:sp>
        <p:nvSpPr>
          <p:cNvPr id="15" name="Divider"/>
          <p:cNvSpPr/>
          <p:nvPr/>
        </p:nvSpPr>
        <p:spPr>
          <a:xfrm>
            <a:off x="731520" y="10261261"/>
            <a:ext cx="841248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City: Noida"/>
          <p:cNvSpPr txBox="1"/>
          <p:nvPr/>
        </p:nvSpPr>
        <p:spPr>
          <a:xfrm>
            <a:off x="731520" y="1049968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endParaRPr lang="en-US" sz="2600" dirty="0"/>
          </a:p>
        </p:txBody>
      </p:sp>
      <p:sp>
        <p:nvSpPr>
          <p:cNvPr id="17" name="Role: GTM Engineer"/>
          <p:cNvSpPr txBox="1"/>
          <p:nvPr/>
        </p:nvSpPr>
        <p:spPr>
          <a:xfrm>
            <a:off x="2971800" y="10517971"/>
            <a:ext cx="61722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Engineer</a:t>
            </a:r>
            <a:endParaRPr lang="en-US" sz="28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 years</a:t>
            </a:r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Services/Consulting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DFCFC"/>
      </a:lt1>
      <a:dk2>
        <a:srgbClr val="67645F"/>
      </a:dk2>
      <a:lt2>
        <a:srgbClr val="E4E1DC"/>
      </a:lt2>
      <a:accent1>
        <a:srgbClr val="000000"/>
      </a:accent1>
      <a:accent2>
        <a:srgbClr val="F3F1EE"/>
      </a:accent2>
      <a:accent3>
        <a:srgbClr val="A9C5FF"/>
      </a:accent3>
      <a:accent4>
        <a:srgbClr val="FFC9A8"/>
      </a:accent4>
      <a:accent5>
        <a:srgbClr val="D9C8FF"/>
      </a:accent5>
      <a:accent6>
        <a:srgbClr val="BEECE2"/>
      </a:accent6>
      <a:hlink>
        <a:srgbClr val="000000"/>
      </a:hlink>
      <a:folHlink>
        <a:srgbClr val="67645F"/>
      </a:folHlink>
    </a:clrScheme>
    <a:fontScheme name="Stud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Across India</dc:title>
  <dc:subject>PptxGenJS Presentation</dc:subject>
  <dc:creator>PptxGenJS</dc:creator>
  <cp:lastModifiedBy>PptxGenJS</cp:lastModifiedBy>
  <cp:revision>1</cp:revision>
  <dcterms:created xsi:type="dcterms:W3CDTF">2026-10-17T08:31:46Z</dcterms:created>
  <dcterms:modified xsi:type="dcterms:W3CDTF">2026-10-17T08:31:46Z</dcterms:modified>
</cp:coreProperties>
</file>