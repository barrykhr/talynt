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b0cb910a-5f51-c8a4-1994-09acadcefcb1}">
          <p14:sldIdLst>
            <p14:sldId id="256"/>
          </p14:sldIdLst>
        </p14:section>
        <p14:section name="Chennai" id="{1512a879-bb89-0c1e-27d2-47f8ff188b57}">
          <p14:sldIdLst>
            <p14:sldId id="257"/>
          </p14:sldIdLst>
        </p14:section>
        <p14:section name="Workday" id="{285bd834-1e9f-b373-ab3c-1500bdf1392f}">
          <p14:sldIdLst>
            <p14:sldId id="258"/>
          </p14:sldIdLst>
        </p14:section>
        <p14:section name="More roles by city" id="{175e8c80-a543-4ac7-8610-f629a1e137ba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les">
    <p:bg>
      <p:bgPr>
        <a:solidFill>
          <a:srgbClr val="FFF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8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vender card"/>
          <p:cNvSpPr/>
          <p:nvPr/>
        </p:nvSpPr>
        <p:spPr>
          <a:xfrm>
            <a:off x="502920" y="502920"/>
            <a:ext cx="8869680" cy="7955280"/>
          </a:xfrm>
          <a:prstGeom prst="roundRect">
            <a:avLst>
              <a:gd name="adj" fmla="val 4023"/>
            </a:avLst>
          </a:prstGeom>
          <a:solidFill>
            <a:schemeClr val="accent2"/>
          </a:solidFill>
          <a:ln/>
        </p:spPr>
      </p:sp>
      <p:sp>
        <p:nvSpPr>
          <p:cNvPr id="3" name="Headline"/>
          <p:cNvSpPr txBox="1"/>
          <p:nvPr/>
        </p:nvSpPr>
        <p:spPr>
          <a:xfrm>
            <a:off x="868680" y="1097280"/>
            <a:ext cx="813816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8000"/>
              </a:lnSpc>
              <a:buNone/>
            </a:pPr>
            <a:r>
              <a:rPr lang="en-US" sz="12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Open Roles Across India.</a:t>
            </a:r>
            <a:endParaRPr lang="en-US" sz="12400" dirty="0"/>
          </a:p>
        </p:txBody>
      </p:sp>
      <p:sp>
        <p:nvSpPr>
          <p:cNvPr id="4" name="Call to share"/>
          <p:cNvSpPr txBox="1"/>
          <p:nvPr/>
        </p:nvSpPr>
        <p:spPr>
          <a:xfrm>
            <a:off x="868680" y="900684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someone who may fit?</a:t>
            </a:r>
            <a:endParaRPr lang="en-US" sz="40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6000" i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 this post.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Chennai</a:t>
            </a:r>
            <a:endParaRPr lang="en-US" sz="8400" dirty="0"/>
          </a:p>
        </p:txBody>
      </p:sp>
      <p:sp>
        <p:nvSpPr>
          <p:cNvPr id="3" name="Group: Finance &amp;amp; People"/>
          <p:cNvSpPr txBox="1"/>
          <p:nvPr/>
        </p:nvSpPr>
        <p:spPr>
          <a:xfrm>
            <a:off x="731520" y="2697480"/>
            <a:ext cx="27330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Finance &amp; People</a:t>
            </a:r>
            <a:endParaRPr lang="en-US" sz="2000" dirty="0"/>
          </a:p>
        </p:txBody>
      </p:sp>
      <p:sp>
        <p:nvSpPr>
          <p:cNvPr id="4" name="Role: Audit Assistant"/>
          <p:cNvSpPr txBox="1"/>
          <p:nvPr/>
        </p:nvSpPr>
        <p:spPr>
          <a:xfrm>
            <a:off x="73152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Assistant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5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5" name="Divider"/>
          <p:cNvSpPr/>
          <p:nvPr/>
        </p:nvSpPr>
        <p:spPr>
          <a:xfrm>
            <a:off x="731520" y="4994801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6" name="Role: Financial Analyst"/>
          <p:cNvSpPr txBox="1"/>
          <p:nvPr/>
        </p:nvSpPr>
        <p:spPr>
          <a:xfrm>
            <a:off x="731520" y="5263678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candidates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7" name="Divider"/>
          <p:cNvSpPr/>
          <p:nvPr/>
        </p:nvSpPr>
        <p:spPr>
          <a:xfrm>
            <a:off x="731520" y="7181015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8" name="Role: Senior Executive Accounts"/>
          <p:cNvSpPr txBox="1"/>
          <p:nvPr/>
        </p:nvSpPr>
        <p:spPr>
          <a:xfrm>
            <a:off x="731520" y="7449893"/>
            <a:ext cx="3931920" cy="215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Executive Accounts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Semi-qualified CA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9" name="Divider"/>
          <p:cNvSpPr/>
          <p:nvPr/>
        </p:nvSpPr>
        <p:spPr>
          <a:xfrm>
            <a:off x="731520" y="982392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0" name="Role: HR Manager"/>
          <p:cNvSpPr txBox="1"/>
          <p:nvPr/>
        </p:nvSpPr>
        <p:spPr>
          <a:xfrm>
            <a:off x="731520" y="10092799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Manager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2900" dirty="0"/>
          </a:p>
        </p:txBody>
      </p:sp>
      <p:sp>
        <p:nvSpPr>
          <p:cNvPr id="11" name="Group: Tech, Support &amp;amp; Sales"/>
          <p:cNvSpPr txBox="1"/>
          <p:nvPr/>
        </p:nvSpPr>
        <p:spPr>
          <a:xfrm>
            <a:off x="5212080" y="2697480"/>
            <a:ext cx="34442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Tech, Support &amp; Sales</a:t>
            </a:r>
            <a:endParaRPr lang="en-US" sz="2000" dirty="0"/>
          </a:p>
        </p:txBody>
      </p:sp>
      <p:sp>
        <p:nvSpPr>
          <p:cNvPr id="12" name="Role: Data Engineer"/>
          <p:cNvSpPr txBox="1"/>
          <p:nvPr/>
        </p:nvSpPr>
        <p:spPr>
          <a:xfrm>
            <a:off x="521208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3" name="Divider"/>
          <p:cNvSpPr/>
          <p:nvPr/>
        </p:nvSpPr>
        <p:spPr>
          <a:xfrm>
            <a:off x="5212080" y="4840168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4" name="Role: Technical Support"/>
          <p:cNvSpPr txBox="1"/>
          <p:nvPr/>
        </p:nvSpPr>
        <p:spPr>
          <a:xfrm>
            <a:off x="5212080" y="4954411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15" name="Divider"/>
          <p:cNvSpPr/>
          <p:nvPr/>
        </p:nvSpPr>
        <p:spPr>
          <a:xfrm>
            <a:off x="5212080" y="6319859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Role: Full Stack Developer Lead"/>
          <p:cNvSpPr txBox="1"/>
          <p:nvPr/>
        </p:nvSpPr>
        <p:spPr>
          <a:xfrm>
            <a:off x="5212080" y="6434102"/>
            <a:ext cx="3931920" cy="17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 Lead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3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Product</a:t>
            </a:r>
            <a:endParaRPr lang="en-US" sz="2900" dirty="0"/>
          </a:p>
        </p:txBody>
      </p:sp>
      <p:sp>
        <p:nvSpPr>
          <p:cNvPr id="17" name="Divider"/>
          <p:cNvSpPr/>
          <p:nvPr/>
        </p:nvSpPr>
        <p:spPr>
          <a:xfrm>
            <a:off x="5212080" y="825624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8" name="Role: Dot Net Developer"/>
          <p:cNvSpPr txBox="1"/>
          <p:nvPr/>
        </p:nvSpPr>
        <p:spPr>
          <a:xfrm>
            <a:off x="5212080" y="8370485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Net Developer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9" name="Divider"/>
          <p:cNvSpPr/>
          <p:nvPr/>
        </p:nvSpPr>
        <p:spPr>
          <a:xfrm>
            <a:off x="5212080" y="9735933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Role: Pre-Sales"/>
          <p:cNvSpPr txBox="1"/>
          <p:nvPr/>
        </p:nvSpPr>
        <p:spPr>
          <a:xfrm>
            <a:off x="5212080" y="9850176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Pre-Sales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years · 4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Workday openings</a:t>
            </a:r>
            <a:endParaRPr lang="en-US" sz="8400" dirty="0"/>
          </a:p>
        </p:txBody>
      </p:sp>
      <p:sp>
        <p:nvSpPr>
          <p:cNvPr id="3" name="Group: Locations"/>
          <p:cNvSpPr txBox="1"/>
          <p:nvPr/>
        </p:nvSpPr>
        <p:spPr>
          <a:xfrm>
            <a:off x="731520" y="2697480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Locations</a:t>
            </a:r>
            <a:endParaRPr lang="en-US" sz="2000" dirty="0"/>
          </a:p>
        </p:txBody>
      </p:sp>
      <p:sp>
        <p:nvSpPr>
          <p:cNvPr id="4" name="Location: Pune"/>
          <p:cNvSpPr txBox="1"/>
          <p:nvPr/>
        </p:nvSpPr>
        <p:spPr>
          <a:xfrm>
            <a:off x="731520" y="3429000"/>
            <a:ext cx="1144524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Pune</a:t>
            </a:r>
            <a:endParaRPr lang="en-US" sz="2300" dirty="0"/>
          </a:p>
        </p:txBody>
      </p:sp>
      <p:sp>
        <p:nvSpPr>
          <p:cNvPr id="5" name="Location: Mumbai"/>
          <p:cNvSpPr txBox="1"/>
          <p:nvPr/>
        </p:nvSpPr>
        <p:spPr>
          <a:xfrm>
            <a:off x="2058924" y="3429000"/>
            <a:ext cx="1442466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Mumbai</a:t>
            </a:r>
            <a:endParaRPr lang="en-US" sz="2300" dirty="0"/>
          </a:p>
        </p:txBody>
      </p:sp>
      <p:sp>
        <p:nvSpPr>
          <p:cNvPr id="6" name="Location: Chennai"/>
          <p:cNvSpPr txBox="1"/>
          <p:nvPr/>
        </p:nvSpPr>
        <p:spPr>
          <a:xfrm>
            <a:off x="3684270" y="342900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Chennai</a:t>
            </a:r>
            <a:endParaRPr lang="en-US" sz="2300" dirty="0"/>
          </a:p>
        </p:txBody>
      </p:sp>
      <p:sp>
        <p:nvSpPr>
          <p:cNvPr id="7" name="Location: Hyderabad"/>
          <p:cNvSpPr txBox="1"/>
          <p:nvPr/>
        </p:nvSpPr>
        <p:spPr>
          <a:xfrm>
            <a:off x="5458587" y="342900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Hyderabad</a:t>
            </a:r>
            <a:endParaRPr lang="en-US" sz="2300" dirty="0"/>
          </a:p>
        </p:txBody>
      </p:sp>
      <p:sp>
        <p:nvSpPr>
          <p:cNvPr id="8" name="Location: Bengaluru"/>
          <p:cNvSpPr txBox="1"/>
          <p:nvPr/>
        </p:nvSpPr>
        <p:spPr>
          <a:xfrm>
            <a:off x="731520" y="425196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Bengaluru</a:t>
            </a:r>
            <a:endParaRPr lang="en-US" sz="2300" dirty="0"/>
          </a:p>
        </p:txBody>
      </p:sp>
      <p:sp>
        <p:nvSpPr>
          <p:cNvPr id="9" name="Location: Kolkata"/>
          <p:cNvSpPr txBox="1"/>
          <p:nvPr/>
        </p:nvSpPr>
        <p:spPr>
          <a:xfrm>
            <a:off x="2803779" y="425196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Kolkata</a:t>
            </a:r>
            <a:endParaRPr lang="en-US" sz="2300" dirty="0"/>
          </a:p>
        </p:txBody>
      </p:sp>
      <p:sp>
        <p:nvSpPr>
          <p:cNvPr id="10" name="Location: Delhi"/>
          <p:cNvSpPr txBox="1"/>
          <p:nvPr/>
        </p:nvSpPr>
        <p:spPr>
          <a:xfrm>
            <a:off x="4578096" y="4251960"/>
            <a:ext cx="1293495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Delhi</a:t>
            </a:r>
            <a:endParaRPr lang="en-US" sz="2300" dirty="0"/>
          </a:p>
        </p:txBody>
      </p:sp>
      <p:sp>
        <p:nvSpPr>
          <p:cNvPr id="11" name="Location: Gurugram"/>
          <p:cNvSpPr txBox="1"/>
          <p:nvPr/>
        </p:nvSpPr>
        <p:spPr>
          <a:xfrm>
            <a:off x="6054471" y="4251960"/>
            <a:ext cx="1740408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Gurugram</a:t>
            </a:r>
            <a:endParaRPr lang="en-US" sz="2300" dirty="0"/>
          </a:p>
        </p:txBody>
      </p:sp>
      <p:sp>
        <p:nvSpPr>
          <p:cNvPr id="12" name="Group: Roles"/>
          <p:cNvSpPr txBox="1"/>
          <p:nvPr/>
        </p:nvSpPr>
        <p:spPr>
          <a:xfrm>
            <a:off x="731520" y="5394960"/>
            <a:ext cx="11684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Roles</a:t>
            </a:r>
            <a:endParaRPr lang="en-US" sz="2000" dirty="0"/>
          </a:p>
        </p:txBody>
      </p:sp>
      <p:sp>
        <p:nvSpPr>
          <p:cNvPr id="13" name="Number 01"/>
          <p:cNvSpPr txBox="1"/>
          <p:nvPr/>
        </p:nvSpPr>
        <p:spPr>
          <a:xfrm>
            <a:off x="731520" y="615391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3300" dirty="0"/>
          </a:p>
        </p:txBody>
      </p:sp>
      <p:sp>
        <p:nvSpPr>
          <p:cNvPr id="14" name="Role: Workday Consultant"/>
          <p:cNvSpPr txBox="1"/>
          <p:nvPr/>
        </p:nvSpPr>
        <p:spPr>
          <a:xfrm>
            <a:off x="1691640" y="6172200"/>
            <a:ext cx="7452360" cy="133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Consultant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Payables, Integration &amp; Treasury Support Consultant</a:t>
            </a:r>
            <a:endParaRPr lang="en-US" sz="3100" dirty="0"/>
          </a:p>
        </p:txBody>
      </p:sp>
      <p:sp>
        <p:nvSpPr>
          <p:cNvPr id="15" name="Divider"/>
          <p:cNvSpPr/>
          <p:nvPr/>
        </p:nvSpPr>
        <p:spPr>
          <a:xfrm>
            <a:off x="731520" y="762444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Number 02"/>
          <p:cNvSpPr txBox="1"/>
          <p:nvPr/>
        </p:nvSpPr>
        <p:spPr>
          <a:xfrm>
            <a:off x="731520" y="776960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Role: Workday Finance"/>
          <p:cNvSpPr txBox="1"/>
          <p:nvPr/>
        </p:nvSpPr>
        <p:spPr>
          <a:xfrm>
            <a:off x="1691640" y="7787894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Finance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GL/FDM/PC, Integration</a:t>
            </a:r>
            <a:endParaRPr lang="en-US" sz="3100" dirty="0"/>
          </a:p>
        </p:txBody>
      </p:sp>
      <p:sp>
        <p:nvSpPr>
          <p:cNvPr id="18" name="Divider"/>
          <p:cNvSpPr/>
          <p:nvPr/>
        </p:nvSpPr>
        <p:spPr>
          <a:xfrm>
            <a:off x="731520" y="887793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9" name="Number 03"/>
          <p:cNvSpPr txBox="1"/>
          <p:nvPr/>
        </p:nvSpPr>
        <p:spPr>
          <a:xfrm>
            <a:off x="731520" y="902309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3300" dirty="0"/>
          </a:p>
        </p:txBody>
      </p:sp>
      <p:sp>
        <p:nvSpPr>
          <p:cNvPr id="20" name="Role: Workday Integration (Technical)"/>
          <p:cNvSpPr txBox="1"/>
          <p:nvPr/>
        </p:nvSpPr>
        <p:spPr>
          <a:xfrm>
            <a:off x="1691640" y="9041384"/>
            <a:ext cx="7452360" cy="53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Integration (Technical)</a:t>
            </a:r>
            <a:endParaRPr lang="en-US" sz="3100" dirty="0"/>
          </a:p>
        </p:txBody>
      </p:sp>
      <p:sp>
        <p:nvSpPr>
          <p:cNvPr id="21" name="Divider"/>
          <p:cNvSpPr/>
          <p:nvPr/>
        </p:nvSpPr>
        <p:spPr>
          <a:xfrm>
            <a:off x="731520" y="969302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2" name="Number 04"/>
          <p:cNvSpPr txBox="1"/>
          <p:nvPr/>
        </p:nvSpPr>
        <p:spPr>
          <a:xfrm>
            <a:off x="731520" y="983818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Role: Workday Reporting"/>
          <p:cNvSpPr txBox="1"/>
          <p:nvPr/>
        </p:nvSpPr>
        <p:spPr>
          <a:xfrm>
            <a:off x="1691640" y="9856470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Reporting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3100" dirty="0"/>
          </a:p>
        </p:txBody>
      </p:sp>
      <p:sp>
        <p:nvSpPr>
          <p:cNvPr id="24" name="Divider"/>
          <p:cNvSpPr/>
          <p:nvPr/>
        </p:nvSpPr>
        <p:spPr>
          <a:xfrm>
            <a:off x="731520" y="1094651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Industry"/>
          <p:cNvSpPr txBox="1"/>
          <p:nvPr/>
        </p:nvSpPr>
        <p:spPr>
          <a:xfrm>
            <a:off x="731520" y="11109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2"/>
                </a:solidFill>
              </a:rPr>
              <a:t>Industry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IT Services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More roles by city</a:t>
            </a:r>
            <a:endParaRPr lang="en-US" sz="8400" dirty="0"/>
          </a:p>
        </p:txBody>
      </p:sp>
      <p:sp>
        <p:nvSpPr>
          <p:cNvPr id="3" name="City: Bengaluru"/>
          <p:cNvSpPr txBox="1"/>
          <p:nvPr/>
        </p:nvSpPr>
        <p:spPr>
          <a:xfrm>
            <a:off x="731520" y="2770632"/>
            <a:ext cx="173736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Bengaluru</a:t>
            </a:r>
            <a:endParaRPr lang="en-US" sz="2000" dirty="0"/>
          </a:p>
        </p:txBody>
      </p:sp>
      <p:sp>
        <p:nvSpPr>
          <p:cNvPr id="4" name="Role: Sales"/>
          <p:cNvSpPr txBox="1"/>
          <p:nvPr/>
        </p:nvSpPr>
        <p:spPr>
          <a:xfrm>
            <a:off x="2971800" y="2788920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6 openings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SaaS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mandatory; regional language is a bonus</a:t>
            </a:r>
            <a:endParaRPr lang="en-US" sz="2800" dirty="0"/>
          </a:p>
        </p:txBody>
      </p:sp>
      <p:sp>
        <p:nvSpPr>
          <p:cNvPr id="5" name="Divider"/>
          <p:cNvSpPr/>
          <p:nvPr/>
        </p:nvSpPr>
        <p:spPr>
          <a:xfrm>
            <a:off x="731520" y="428108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6" name="City: Pune"/>
          <p:cNvSpPr txBox="1"/>
          <p:nvPr/>
        </p:nvSpPr>
        <p:spPr>
          <a:xfrm>
            <a:off x="731520" y="4519507"/>
            <a:ext cx="102616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Pune</a:t>
            </a:r>
            <a:endParaRPr lang="en-US" sz="2000" dirty="0"/>
          </a:p>
        </p:txBody>
      </p:sp>
      <p:sp>
        <p:nvSpPr>
          <p:cNvPr id="7" name="Role: Technical Service &amp; Sales Engineer"/>
          <p:cNvSpPr txBox="1"/>
          <p:nvPr/>
        </p:nvSpPr>
        <p:spPr>
          <a:xfrm>
            <a:off x="2971800" y="4537795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Service &amp; Sales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800" dirty="0"/>
          </a:p>
        </p:txBody>
      </p:sp>
      <p:sp>
        <p:nvSpPr>
          <p:cNvPr id="8" name="Divider"/>
          <p:cNvSpPr/>
          <p:nvPr/>
        </p:nvSpPr>
        <p:spPr>
          <a:xfrm>
            <a:off x="731520" y="5632704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9" name="City: Mumbai"/>
          <p:cNvSpPr txBox="1"/>
          <p:nvPr/>
        </p:nvSpPr>
        <p:spPr>
          <a:xfrm>
            <a:off x="731520" y="5871125"/>
            <a:ext cx="13106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Mumbai</a:t>
            </a:r>
            <a:endParaRPr lang="en-US" sz="2000" dirty="0"/>
          </a:p>
        </p:txBody>
      </p:sp>
      <p:sp>
        <p:nvSpPr>
          <p:cNvPr id="10" name="Role: Head of Valve Controls &amp; Actuators"/>
          <p:cNvSpPr txBox="1"/>
          <p:nvPr/>
        </p:nvSpPr>
        <p:spPr>
          <a:xfrm>
            <a:off x="2971800" y="5889413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Valve Controls &amp; Actuators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years · 1 opening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731520" y="6984323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2" name="City: Gurugram"/>
          <p:cNvSpPr txBox="1"/>
          <p:nvPr/>
        </p:nvSpPr>
        <p:spPr>
          <a:xfrm>
            <a:off x="731520" y="7222744"/>
            <a:ext cx="159512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Gurugram</a:t>
            </a:r>
            <a:endParaRPr lang="en-US" sz="2000" dirty="0"/>
          </a:p>
        </p:txBody>
      </p:sp>
      <p:sp>
        <p:nvSpPr>
          <p:cNvPr id="13" name="Role: Business Development Executive"/>
          <p:cNvSpPr txBox="1"/>
          <p:nvPr/>
        </p:nvSpPr>
        <p:spPr>
          <a:xfrm>
            <a:off x="2971800" y="7241032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years · 1 opening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4" name="Role: Marketing &amp; Brand Executive"/>
          <p:cNvSpPr txBox="1"/>
          <p:nvPr/>
        </p:nvSpPr>
        <p:spPr>
          <a:xfrm>
            <a:off x="2971800" y="8769096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Brand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years · 2 openings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5" name="Divider"/>
          <p:cNvSpPr/>
          <p:nvPr/>
        </p:nvSpPr>
        <p:spPr>
          <a:xfrm>
            <a:off x="731520" y="1026126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City: Noida"/>
          <p:cNvSpPr txBox="1"/>
          <p:nvPr/>
        </p:nvSpPr>
        <p:spPr>
          <a:xfrm>
            <a:off x="731520" y="10499683"/>
            <a:ext cx="11684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Noida</a:t>
            </a:r>
            <a:endParaRPr lang="en-US" sz="2000" dirty="0"/>
          </a:p>
        </p:txBody>
      </p:sp>
      <p:sp>
        <p:nvSpPr>
          <p:cNvPr id="17" name="Role: GTM Engineer"/>
          <p:cNvSpPr txBox="1"/>
          <p:nvPr/>
        </p:nvSpPr>
        <p:spPr>
          <a:xfrm>
            <a:off x="2971800" y="10517971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years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Services/Consulting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1A1A1A"/>
      </a:dk1>
      <a:lt1>
        <a:srgbClr val="FFFFEB"/>
      </a:lt1>
      <a:dk2>
        <a:srgbClr val="56564B"/>
      </a:dk2>
      <a:lt2>
        <a:srgbClr val="D9D9C0"/>
      </a:lt2>
      <a:accent1>
        <a:srgbClr val="6A3D9A"/>
      </a:accent1>
      <a:accent2>
        <a:srgbClr val="F0D7FF"/>
      </a:accent2>
      <a:accent3>
        <a:srgbClr val="E4E4D0"/>
      </a:accent3>
      <a:accent4>
        <a:srgbClr val="1A1A1A"/>
      </a:accent4>
      <a:accent5>
        <a:srgbClr val="C9A6E8"/>
      </a:accent5>
      <a:accent6>
        <a:srgbClr val="F4F4DC"/>
      </a:accent6>
      <a:hlink>
        <a:srgbClr val="6A3D9A"/>
      </a:hlink>
      <a:folHlink>
        <a:srgbClr val="56564B"/>
      </a:folHlink>
    </a:clrScheme>
    <a:fontScheme name="Flow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Across India</dc:title>
  <dc:subject>PptxGenJS Presentation</dc:subject>
  <dc:creator>PptxGenJS</dc:creator>
  <cp:lastModifiedBy>PptxGenJS</cp:lastModifiedBy>
  <cp:revision>1</cp:revision>
  <dcterms:created xsi:type="dcterms:W3CDTF">2026-10-17T08:31:07Z</dcterms:created>
  <dcterms:modified xsi:type="dcterms:W3CDTF">2026-10-17T08:31:07Z</dcterms:modified>
</cp:coreProperties>
</file>