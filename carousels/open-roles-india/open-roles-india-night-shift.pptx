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875520" cy="12344400"/>
  <p:notesSz cx="12344400" cy="9875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e266cdc1-242e-adae-86d4-a4a460f9e154}">
          <p14:sldIdLst>
            <p14:sldId id="256"/>
          </p14:sldIdLst>
        </p14:section>
        <p14:section name="Chennai" id="{09379162-b852-b67b-a549-25a2298c8129}">
          <p14:sldIdLst>
            <p14:sldId id="257"/>
          </p14:sldIdLst>
        </p14:section>
        <p14:section name="Workday" id="{dca50dda-38f3-b7b2-6753-e0d58a1fd89a}">
          <p14:sldIdLst>
            <p14:sldId id="258"/>
          </p14:sldIdLst>
        </p14:section>
        <p14:section name="More roles by city" id="{501c0a69-8eb4-483e-9ca2-3e1507d5a739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oles">
    <p:bg>
      <p:bgPr>
        <a:solidFill>
          <a:srgbClr val="0B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85800"/>
            <a:ext cx="8412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me disc"/>
          <p:cNvSpPr/>
          <p:nvPr/>
        </p:nvSpPr>
        <p:spPr>
          <a:xfrm>
            <a:off x="5394960" y="-2194560"/>
            <a:ext cx="6766560" cy="67665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Disc cut-out"/>
          <p:cNvSpPr/>
          <p:nvPr/>
        </p:nvSpPr>
        <p:spPr>
          <a:xfrm>
            <a:off x="6720840" y="-868680"/>
            <a:ext cx="4114800" cy="41148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4" name="Headline"/>
          <p:cNvSpPr txBox="1"/>
          <p:nvPr/>
        </p:nvSpPr>
        <p:spPr>
          <a:xfrm>
            <a:off x="731520" y="3840480"/>
            <a:ext cx="8412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0000"/>
              </a:lnSpc>
              <a:buNone/>
            </a:pPr>
            <a:r>
              <a:rPr lang="en-US" sz="10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Roles Across India.</a:t>
            </a:r>
            <a:endParaRPr lang="en-US" sz="10400" dirty="0"/>
          </a:p>
        </p:txBody>
      </p:sp>
      <p:sp>
        <p:nvSpPr>
          <p:cNvPr id="5" name="Call to share"/>
          <p:cNvSpPr txBox="1"/>
          <p:nvPr/>
        </p:nvSpPr>
        <p:spPr>
          <a:xfrm>
            <a:off x="731520" y="909828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someone who may fit?</a:t>
            </a:r>
            <a:endParaRPr lang="en-US" sz="46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4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this post.</a:t>
            </a:r>
            <a:endParaRPr lang="en-US" sz="4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858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Chennai</a:t>
            </a:r>
            <a:endParaRPr lang="en-US" sz="6800" dirty="0"/>
          </a:p>
        </p:txBody>
      </p:sp>
      <p:sp>
        <p:nvSpPr>
          <p:cNvPr id="3" name="Group: Finance &amp;amp; People"/>
          <p:cNvSpPr txBox="1"/>
          <p:nvPr/>
        </p:nvSpPr>
        <p:spPr>
          <a:xfrm>
            <a:off x="731520" y="2697480"/>
            <a:ext cx="313944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50" kern="0" dirty="0">
                <a:solidFill>
                  <a:schemeClr val="bg1"/>
                </a:solidFill>
              </a:rPr>
              <a:t>FINANCE &amp; PEOPLE</a:t>
            </a:r>
            <a:endParaRPr lang="en-US" sz="2000" dirty="0"/>
          </a:p>
        </p:txBody>
      </p:sp>
      <p:sp>
        <p:nvSpPr>
          <p:cNvPr id="4" name="Role: Audit Assistant"/>
          <p:cNvSpPr txBox="1"/>
          <p:nvPr/>
        </p:nvSpPr>
        <p:spPr>
          <a:xfrm>
            <a:off x="731520" y="3474720"/>
            <a:ext cx="3931920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Assistant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 years · 5 openings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Firm</a:t>
            </a:r>
            <a:endParaRPr lang="en-US" sz="2900" dirty="0"/>
          </a:p>
        </p:txBody>
      </p:sp>
      <p:sp>
        <p:nvSpPr>
          <p:cNvPr id="5" name="Role: Financial Analyst"/>
          <p:cNvSpPr txBox="1"/>
          <p:nvPr/>
        </p:nvSpPr>
        <p:spPr>
          <a:xfrm>
            <a:off x="731520" y="5263678"/>
            <a:ext cx="3931920" cy="1694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Analyst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years · 1 opening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candidates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 Shipping</a:t>
            </a:r>
            <a:endParaRPr lang="en-US" sz="2900" dirty="0"/>
          </a:p>
        </p:txBody>
      </p:sp>
      <p:sp>
        <p:nvSpPr>
          <p:cNvPr id="6" name="Role: Senior Executive Accounts"/>
          <p:cNvSpPr txBox="1"/>
          <p:nvPr/>
        </p:nvSpPr>
        <p:spPr>
          <a:xfrm>
            <a:off x="731520" y="7449893"/>
            <a:ext cx="3931920" cy="215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Executive Accounts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5–7 years · 1 opening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Semi-qualified CA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 Shipping</a:t>
            </a:r>
            <a:endParaRPr lang="en-US" sz="2900" dirty="0"/>
          </a:p>
        </p:txBody>
      </p:sp>
      <p:sp>
        <p:nvSpPr>
          <p:cNvPr id="7" name="Role: HR Manager"/>
          <p:cNvSpPr txBox="1"/>
          <p:nvPr/>
        </p:nvSpPr>
        <p:spPr>
          <a:xfrm>
            <a:off x="731520" y="10092799"/>
            <a:ext cx="3931920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Manager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years · 1 opening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2900" dirty="0"/>
          </a:p>
        </p:txBody>
      </p:sp>
      <p:sp>
        <p:nvSpPr>
          <p:cNvPr id="8" name="Group: Tech, Support &amp;amp; Sales"/>
          <p:cNvSpPr txBox="1"/>
          <p:nvPr/>
        </p:nvSpPr>
        <p:spPr>
          <a:xfrm>
            <a:off x="5212080" y="2697480"/>
            <a:ext cx="397764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50" kern="0" dirty="0">
                <a:solidFill>
                  <a:schemeClr val="bg1"/>
                </a:solidFill>
              </a:rPr>
              <a:t>TECH, SUPPORT &amp; SALES</a:t>
            </a:r>
            <a:endParaRPr lang="en-US" sz="2000" dirty="0"/>
          </a:p>
        </p:txBody>
      </p:sp>
      <p:sp>
        <p:nvSpPr>
          <p:cNvPr id="9" name="Role: Data Engineer"/>
          <p:cNvSpPr txBox="1"/>
          <p:nvPr/>
        </p:nvSpPr>
        <p:spPr>
          <a:xfrm>
            <a:off x="5212080" y="3474720"/>
            <a:ext cx="3931920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7+ years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Staffing Firm</a:t>
            </a:r>
            <a:endParaRPr lang="en-US" sz="2900" dirty="0"/>
          </a:p>
        </p:txBody>
      </p:sp>
      <p:sp>
        <p:nvSpPr>
          <p:cNvPr id="10" name="Role: Technical Support"/>
          <p:cNvSpPr txBox="1"/>
          <p:nvPr/>
        </p:nvSpPr>
        <p:spPr>
          <a:xfrm>
            <a:off x="5212080" y="4954411"/>
            <a:ext cx="3931920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Support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 years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Firm</a:t>
            </a:r>
            <a:endParaRPr lang="en-US" sz="2900" dirty="0"/>
          </a:p>
        </p:txBody>
      </p:sp>
      <p:sp>
        <p:nvSpPr>
          <p:cNvPr id="11" name="Role: Full Stack Developer Lead"/>
          <p:cNvSpPr txBox="1"/>
          <p:nvPr/>
        </p:nvSpPr>
        <p:spPr>
          <a:xfrm>
            <a:off x="5212080" y="6434102"/>
            <a:ext cx="3931920" cy="1753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 Developer Lead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5–7 years · 3 openings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 Product</a:t>
            </a:r>
            <a:endParaRPr lang="en-US" sz="2900" dirty="0"/>
          </a:p>
        </p:txBody>
      </p:sp>
      <p:sp>
        <p:nvSpPr>
          <p:cNvPr id="12" name="Role: Dot Net Developer"/>
          <p:cNvSpPr txBox="1"/>
          <p:nvPr/>
        </p:nvSpPr>
        <p:spPr>
          <a:xfrm>
            <a:off x="5212080" y="8370485"/>
            <a:ext cx="3931920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Net Developer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years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Staffing Firm</a:t>
            </a:r>
            <a:endParaRPr lang="en-US" sz="2900" dirty="0"/>
          </a:p>
        </p:txBody>
      </p:sp>
      <p:sp>
        <p:nvSpPr>
          <p:cNvPr id="13" name="Role: Pre-Sales"/>
          <p:cNvSpPr txBox="1"/>
          <p:nvPr/>
        </p:nvSpPr>
        <p:spPr>
          <a:xfrm>
            <a:off x="5212080" y="9850176"/>
            <a:ext cx="3931920" cy="1694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Pre-Sales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 years · 4 openings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mandatory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EdTech</a:t>
            </a:r>
            <a:endParaRPr lang="en-US" sz="2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858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Workday openings</a:t>
            </a:r>
            <a:endParaRPr lang="en-US" sz="6800" dirty="0"/>
          </a:p>
        </p:txBody>
      </p:sp>
      <p:sp>
        <p:nvSpPr>
          <p:cNvPr id="3" name="Group: Locations"/>
          <p:cNvSpPr txBox="1"/>
          <p:nvPr/>
        </p:nvSpPr>
        <p:spPr>
          <a:xfrm>
            <a:off x="731520" y="2697480"/>
            <a:ext cx="196596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50" kern="0" dirty="0">
                <a:solidFill>
                  <a:schemeClr val="bg1"/>
                </a:solidFill>
              </a:rPr>
              <a:t>LOCATIONS</a:t>
            </a:r>
            <a:endParaRPr lang="en-US" sz="2000" dirty="0"/>
          </a:p>
        </p:txBody>
      </p:sp>
      <p:sp>
        <p:nvSpPr>
          <p:cNvPr id="4" name="Location: Pune"/>
          <p:cNvSpPr txBox="1"/>
          <p:nvPr/>
        </p:nvSpPr>
        <p:spPr>
          <a:xfrm>
            <a:off x="731520" y="3429000"/>
            <a:ext cx="1144524" cy="640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Pune</a:t>
            </a:r>
            <a:endParaRPr lang="en-US" sz="2300" dirty="0"/>
          </a:p>
        </p:txBody>
      </p:sp>
      <p:sp>
        <p:nvSpPr>
          <p:cNvPr id="5" name="Location: Mumbai"/>
          <p:cNvSpPr txBox="1"/>
          <p:nvPr/>
        </p:nvSpPr>
        <p:spPr>
          <a:xfrm>
            <a:off x="2058924" y="3429000"/>
            <a:ext cx="1442466" cy="640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Mumbai</a:t>
            </a:r>
            <a:endParaRPr lang="en-US" sz="2300" dirty="0"/>
          </a:p>
        </p:txBody>
      </p:sp>
      <p:sp>
        <p:nvSpPr>
          <p:cNvPr id="6" name="Location: Chennai"/>
          <p:cNvSpPr txBox="1"/>
          <p:nvPr/>
        </p:nvSpPr>
        <p:spPr>
          <a:xfrm>
            <a:off x="3684270" y="3429000"/>
            <a:ext cx="1591437" cy="640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Chennai</a:t>
            </a:r>
            <a:endParaRPr lang="en-US" sz="2300" dirty="0"/>
          </a:p>
        </p:txBody>
      </p:sp>
      <p:sp>
        <p:nvSpPr>
          <p:cNvPr id="7" name="Location: Hyderabad"/>
          <p:cNvSpPr txBox="1"/>
          <p:nvPr/>
        </p:nvSpPr>
        <p:spPr>
          <a:xfrm>
            <a:off x="5458587" y="3429000"/>
            <a:ext cx="1889379" cy="640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Hyderabad</a:t>
            </a:r>
            <a:endParaRPr lang="en-US" sz="2300" dirty="0"/>
          </a:p>
        </p:txBody>
      </p:sp>
      <p:sp>
        <p:nvSpPr>
          <p:cNvPr id="8" name="Location: Bengaluru"/>
          <p:cNvSpPr txBox="1"/>
          <p:nvPr/>
        </p:nvSpPr>
        <p:spPr>
          <a:xfrm>
            <a:off x="731520" y="4251960"/>
            <a:ext cx="1889379" cy="640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Bengaluru</a:t>
            </a:r>
            <a:endParaRPr lang="en-US" sz="2300" dirty="0"/>
          </a:p>
        </p:txBody>
      </p:sp>
      <p:sp>
        <p:nvSpPr>
          <p:cNvPr id="9" name="Location: Kolkata"/>
          <p:cNvSpPr txBox="1"/>
          <p:nvPr/>
        </p:nvSpPr>
        <p:spPr>
          <a:xfrm>
            <a:off x="2803779" y="4251960"/>
            <a:ext cx="1591437" cy="640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Kolkata</a:t>
            </a:r>
            <a:endParaRPr lang="en-US" sz="2300" dirty="0"/>
          </a:p>
        </p:txBody>
      </p:sp>
      <p:sp>
        <p:nvSpPr>
          <p:cNvPr id="10" name="Location: Delhi"/>
          <p:cNvSpPr txBox="1"/>
          <p:nvPr/>
        </p:nvSpPr>
        <p:spPr>
          <a:xfrm>
            <a:off x="4578096" y="4251960"/>
            <a:ext cx="1293495" cy="640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Delhi</a:t>
            </a:r>
            <a:endParaRPr lang="en-US" sz="2300" dirty="0"/>
          </a:p>
        </p:txBody>
      </p:sp>
      <p:sp>
        <p:nvSpPr>
          <p:cNvPr id="11" name="Location: Gurugram"/>
          <p:cNvSpPr txBox="1"/>
          <p:nvPr/>
        </p:nvSpPr>
        <p:spPr>
          <a:xfrm>
            <a:off x="6054471" y="4251960"/>
            <a:ext cx="1740408" cy="640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Gurugram</a:t>
            </a:r>
            <a:endParaRPr lang="en-US" sz="2300" dirty="0"/>
          </a:p>
        </p:txBody>
      </p:sp>
      <p:sp>
        <p:nvSpPr>
          <p:cNvPr id="12" name="Group: Roles"/>
          <p:cNvSpPr txBox="1"/>
          <p:nvPr/>
        </p:nvSpPr>
        <p:spPr>
          <a:xfrm>
            <a:off x="731520" y="5394960"/>
            <a:ext cx="129540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50" kern="0" dirty="0">
                <a:solidFill>
                  <a:schemeClr val="bg1"/>
                </a:solidFill>
              </a:rPr>
              <a:t>ROLES</a:t>
            </a:r>
            <a:endParaRPr lang="en-US" sz="2000" dirty="0"/>
          </a:p>
        </p:txBody>
      </p:sp>
      <p:sp>
        <p:nvSpPr>
          <p:cNvPr id="13" name="Number 01"/>
          <p:cNvSpPr txBox="1"/>
          <p:nvPr/>
        </p:nvSpPr>
        <p:spPr>
          <a:xfrm>
            <a:off x="731520" y="6153912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14" name="Role: Workday Consultant"/>
          <p:cNvSpPr txBox="1"/>
          <p:nvPr/>
        </p:nvSpPr>
        <p:spPr>
          <a:xfrm>
            <a:off x="1691640" y="6172200"/>
            <a:ext cx="7452360" cy="133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Workday Consultant</a:t>
            </a:r>
            <a:endParaRPr lang="en-US" sz="3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Payables, Integration &amp; Treasury Support Consultant</a:t>
            </a:r>
            <a:endParaRPr lang="en-US" sz="3100" dirty="0"/>
          </a:p>
        </p:txBody>
      </p:sp>
      <p:sp>
        <p:nvSpPr>
          <p:cNvPr id="15" name="Divider"/>
          <p:cNvSpPr/>
          <p:nvPr/>
        </p:nvSpPr>
        <p:spPr>
          <a:xfrm>
            <a:off x="731520" y="7624445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6" name="Number 02"/>
          <p:cNvSpPr txBox="1"/>
          <p:nvPr/>
        </p:nvSpPr>
        <p:spPr>
          <a:xfrm>
            <a:off x="731520" y="7769606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17" name="Role: Workday Finance"/>
          <p:cNvSpPr txBox="1"/>
          <p:nvPr/>
        </p:nvSpPr>
        <p:spPr>
          <a:xfrm>
            <a:off x="1691640" y="7787894"/>
            <a:ext cx="745236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Workday Finance</a:t>
            </a:r>
            <a:endParaRPr lang="en-US" sz="3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GL/FDM/PC, Integration</a:t>
            </a:r>
            <a:endParaRPr lang="en-US" sz="3100" dirty="0"/>
          </a:p>
        </p:txBody>
      </p:sp>
      <p:sp>
        <p:nvSpPr>
          <p:cNvPr id="18" name="Divider"/>
          <p:cNvSpPr/>
          <p:nvPr/>
        </p:nvSpPr>
        <p:spPr>
          <a:xfrm>
            <a:off x="731520" y="8877935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9" name="Number 03"/>
          <p:cNvSpPr txBox="1"/>
          <p:nvPr/>
        </p:nvSpPr>
        <p:spPr>
          <a:xfrm>
            <a:off x="731520" y="9023096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20" name="Role: Workday Integration (Technical)"/>
          <p:cNvSpPr txBox="1"/>
          <p:nvPr/>
        </p:nvSpPr>
        <p:spPr>
          <a:xfrm>
            <a:off x="1691640" y="9041384"/>
            <a:ext cx="7452360" cy="533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Workday Integration (Technical)</a:t>
            </a:r>
            <a:endParaRPr lang="en-US" sz="3100" dirty="0"/>
          </a:p>
        </p:txBody>
      </p:sp>
      <p:sp>
        <p:nvSpPr>
          <p:cNvPr id="21" name="Divider"/>
          <p:cNvSpPr/>
          <p:nvPr/>
        </p:nvSpPr>
        <p:spPr>
          <a:xfrm>
            <a:off x="731520" y="9693021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2" name="Number 04"/>
          <p:cNvSpPr txBox="1"/>
          <p:nvPr/>
        </p:nvSpPr>
        <p:spPr>
          <a:xfrm>
            <a:off x="731520" y="9838182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23" name="Role: Workday Reporting"/>
          <p:cNvSpPr txBox="1"/>
          <p:nvPr/>
        </p:nvSpPr>
        <p:spPr>
          <a:xfrm>
            <a:off x="1691640" y="9856470"/>
            <a:ext cx="745236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Workday Reporting</a:t>
            </a:r>
            <a:endParaRPr lang="en-US" sz="3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Developer</a:t>
            </a:r>
            <a:endParaRPr lang="en-US" sz="3100" dirty="0"/>
          </a:p>
        </p:txBody>
      </p:sp>
      <p:sp>
        <p:nvSpPr>
          <p:cNvPr id="24" name="Divider"/>
          <p:cNvSpPr/>
          <p:nvPr/>
        </p:nvSpPr>
        <p:spPr>
          <a:xfrm>
            <a:off x="731520" y="10946511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5" name="Industry"/>
          <p:cNvSpPr txBox="1"/>
          <p:nvPr/>
        </p:nvSpPr>
        <p:spPr>
          <a:xfrm>
            <a:off x="731520" y="11109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tx2"/>
                </a:solidFill>
              </a:rPr>
              <a:t>Industry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</a:rPr>
              <a:t>IT Services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858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roles by city</a:t>
            </a:r>
            <a:endParaRPr lang="en-US" sz="6800" dirty="0"/>
          </a:p>
        </p:txBody>
      </p:sp>
      <p:sp>
        <p:nvSpPr>
          <p:cNvPr id="3" name="City: Bengaluru"/>
          <p:cNvSpPr txBox="1"/>
          <p:nvPr/>
        </p:nvSpPr>
        <p:spPr>
          <a:xfrm>
            <a:off x="731520" y="282549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</a:t>
            </a:r>
            <a:endParaRPr lang="en-US" sz="2100" dirty="0"/>
          </a:p>
        </p:txBody>
      </p:sp>
      <p:sp>
        <p:nvSpPr>
          <p:cNvPr id="4" name="Role: Sales"/>
          <p:cNvSpPr txBox="1"/>
          <p:nvPr/>
        </p:nvSpPr>
        <p:spPr>
          <a:xfrm>
            <a:off x="2971800" y="2788920"/>
            <a:ext cx="6172200" cy="128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 years · 6 openings</a:t>
            </a:r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 SaaS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mandatory; regional language is a bonus</a:t>
            </a:r>
            <a:endParaRPr lang="en-US" sz="2800" dirty="0"/>
          </a:p>
        </p:txBody>
      </p:sp>
      <p:sp>
        <p:nvSpPr>
          <p:cNvPr id="5" name="Divider"/>
          <p:cNvSpPr/>
          <p:nvPr/>
        </p:nvSpPr>
        <p:spPr>
          <a:xfrm>
            <a:off x="731520" y="4281085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6" name="City: Pune"/>
          <p:cNvSpPr txBox="1"/>
          <p:nvPr/>
        </p:nvSpPr>
        <p:spPr>
          <a:xfrm>
            <a:off x="731520" y="4574371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PUNE</a:t>
            </a:r>
            <a:endParaRPr lang="en-US" sz="2100" dirty="0"/>
          </a:p>
        </p:txBody>
      </p:sp>
      <p:sp>
        <p:nvSpPr>
          <p:cNvPr id="7" name="Role: Technical Service &amp; Sales Engineer"/>
          <p:cNvSpPr txBox="1"/>
          <p:nvPr/>
        </p:nvSpPr>
        <p:spPr>
          <a:xfrm>
            <a:off x="2971800" y="4537795"/>
            <a:ext cx="61722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Service &amp; Sales Engineer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years</a:t>
            </a:r>
            <a:endParaRPr lang="en-US" sz="2800" dirty="0"/>
          </a:p>
        </p:txBody>
      </p:sp>
      <p:sp>
        <p:nvSpPr>
          <p:cNvPr id="8" name="Divider"/>
          <p:cNvSpPr/>
          <p:nvPr/>
        </p:nvSpPr>
        <p:spPr>
          <a:xfrm>
            <a:off x="731520" y="5632704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9" name="City: Mumbai"/>
          <p:cNvSpPr txBox="1"/>
          <p:nvPr/>
        </p:nvSpPr>
        <p:spPr>
          <a:xfrm>
            <a:off x="731520" y="5925989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MUMBAI</a:t>
            </a:r>
            <a:endParaRPr lang="en-US" sz="2100" dirty="0"/>
          </a:p>
        </p:txBody>
      </p:sp>
      <p:sp>
        <p:nvSpPr>
          <p:cNvPr id="10" name="Role: Head of Valve Controls &amp; Actuators"/>
          <p:cNvSpPr txBox="1"/>
          <p:nvPr/>
        </p:nvSpPr>
        <p:spPr>
          <a:xfrm>
            <a:off x="2971800" y="5889413"/>
            <a:ext cx="61722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Valve Controls &amp; Actuators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years · 1 opening</a:t>
            </a:r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endParaRPr lang="en-US" sz="2800" dirty="0"/>
          </a:p>
        </p:txBody>
      </p:sp>
      <p:sp>
        <p:nvSpPr>
          <p:cNvPr id="11" name="Divider"/>
          <p:cNvSpPr/>
          <p:nvPr/>
        </p:nvSpPr>
        <p:spPr>
          <a:xfrm>
            <a:off x="731520" y="6984323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2" name="City: Gurugram"/>
          <p:cNvSpPr txBox="1"/>
          <p:nvPr/>
        </p:nvSpPr>
        <p:spPr>
          <a:xfrm>
            <a:off x="731520" y="727760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GURUGRAM</a:t>
            </a:r>
            <a:endParaRPr lang="en-US" sz="2100" dirty="0"/>
          </a:p>
        </p:txBody>
      </p:sp>
      <p:sp>
        <p:nvSpPr>
          <p:cNvPr id="13" name="Role: Business Development Executive"/>
          <p:cNvSpPr txBox="1"/>
          <p:nvPr/>
        </p:nvSpPr>
        <p:spPr>
          <a:xfrm>
            <a:off x="2971800" y="7241032"/>
            <a:ext cx="6172200" cy="128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Development Executive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0–4 years · 1 opening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Agritech Stealth Startup</a:t>
            </a:r>
            <a:endParaRPr lang="en-US" sz="2800" dirty="0"/>
          </a:p>
        </p:txBody>
      </p:sp>
      <p:sp>
        <p:nvSpPr>
          <p:cNvPr id="14" name="Role: Marketing &amp; Brand Executive"/>
          <p:cNvSpPr txBox="1"/>
          <p:nvPr/>
        </p:nvSpPr>
        <p:spPr>
          <a:xfrm>
            <a:off x="2971800" y="8769096"/>
            <a:ext cx="6172200" cy="128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Brand Executive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 years · 2 openings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Agritech Stealth Startup</a:t>
            </a:r>
            <a:endParaRPr lang="en-US" sz="2800" dirty="0"/>
          </a:p>
        </p:txBody>
      </p:sp>
      <p:sp>
        <p:nvSpPr>
          <p:cNvPr id="15" name="Divider"/>
          <p:cNvSpPr/>
          <p:nvPr/>
        </p:nvSpPr>
        <p:spPr>
          <a:xfrm>
            <a:off x="731520" y="10261261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6" name="City: Noida"/>
          <p:cNvSpPr txBox="1"/>
          <p:nvPr/>
        </p:nvSpPr>
        <p:spPr>
          <a:xfrm>
            <a:off x="731520" y="10554547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NOIDA</a:t>
            </a:r>
            <a:endParaRPr lang="en-US" sz="2100" dirty="0"/>
          </a:p>
        </p:txBody>
      </p:sp>
      <p:sp>
        <p:nvSpPr>
          <p:cNvPr id="17" name="Role: GTM Engineer"/>
          <p:cNvSpPr txBox="1"/>
          <p:nvPr/>
        </p:nvSpPr>
        <p:spPr>
          <a:xfrm>
            <a:off x="2971800" y="10517971"/>
            <a:ext cx="61722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Engineer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3–7 years</a:t>
            </a:r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Services/Consulting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ht Shift">
  <a:themeElements>
    <a:clrScheme name="Night Shift">
      <a:dk1>
        <a:srgbClr val="F6F1E4"/>
      </a:dk1>
      <a:lt1>
        <a:srgbClr val="0B1630"/>
      </a:lt1>
      <a:dk2>
        <a:srgbClr val="C3C8D4"/>
      </a:dk2>
      <a:lt2>
        <a:srgbClr val="2A3A5E"/>
      </a:lt2>
      <a:accent1>
        <a:srgbClr val="C8F03C"/>
      </a:accent1>
      <a:accent2>
        <a:srgbClr val="16244A"/>
      </a:accent2>
      <a:accent3>
        <a:srgbClr val="8F9BB3"/>
      </a:accent3>
      <a:accent4>
        <a:srgbClr val="A6D12A"/>
      </a:accent4>
      <a:accent5>
        <a:srgbClr val="F6F1E4"/>
      </a:accent5>
      <a:accent6>
        <a:srgbClr val="1E2E55"/>
      </a:accent6>
      <a:hlink>
        <a:srgbClr val="C8F03C"/>
      </a:hlink>
      <a:folHlink>
        <a:srgbClr val="8F9BB3"/>
      </a:folHlink>
    </a:clrScheme>
    <a:fontScheme name="Night Shif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Roles Across India</dc:title>
  <dc:subject>PptxGenJS Presentation</dc:subject>
  <dc:creator>PptxGenJS</dc:creator>
  <cp:lastModifiedBy>PptxGenJS</cp:lastModifiedBy>
  <cp:revision>1</cp:revision>
  <dcterms:created xsi:type="dcterms:W3CDTF">2026-10-17T08:25:46Z</dcterms:created>
  <dcterms:modified xsi:type="dcterms:W3CDTF">2026-10-17T08:25:46Z</dcterms:modified>
</cp:coreProperties>
</file>